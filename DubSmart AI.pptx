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C39933-5924-40A7-BD06-311B6D41A79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80E5D2A-782C-41B9-80BE-C08F5AAD40E8}">
      <dgm:prSet/>
      <dgm:spPr/>
      <dgm:t>
        <a:bodyPr/>
        <a:lstStyle/>
        <a:p>
          <a:r>
            <a:rPr lang="en-IN" b="1"/>
            <a:t>Input</a:t>
          </a:r>
          <a:r>
            <a:rPr lang="en-IN"/>
            <a:t>: Original Video (Hindi)</a:t>
          </a:r>
          <a:br>
            <a:rPr lang="en-IN"/>
          </a:br>
          <a:r>
            <a:rPr lang="en-IN" b="1"/>
            <a:t>Processing</a:t>
          </a:r>
          <a:r>
            <a:rPr lang="en-IN"/>
            <a:t>: Multi-stage AI pipeline</a:t>
          </a:r>
          <a:br>
            <a:rPr lang="en-IN"/>
          </a:br>
          <a:r>
            <a:rPr lang="en-IN" b="1"/>
            <a:t>Output</a:t>
          </a:r>
          <a:r>
            <a:rPr lang="en-IN"/>
            <a:t>: Dubbed Video (Telugu)</a:t>
          </a:r>
          <a:endParaRPr lang="en-US"/>
        </a:p>
      </dgm:t>
    </dgm:pt>
    <dgm:pt modelId="{C96BE505-F823-4769-A70C-4A1C6C2AB86C}" type="parTrans" cxnId="{74AAC13E-7FE3-4F82-AF56-2D1C7C96DF31}">
      <dgm:prSet/>
      <dgm:spPr/>
      <dgm:t>
        <a:bodyPr/>
        <a:lstStyle/>
        <a:p>
          <a:endParaRPr lang="en-US"/>
        </a:p>
      </dgm:t>
    </dgm:pt>
    <dgm:pt modelId="{5CB454F8-DC20-4349-9888-AB7CCD2C4B00}" type="sibTrans" cxnId="{74AAC13E-7FE3-4F82-AF56-2D1C7C96DF31}">
      <dgm:prSet/>
      <dgm:spPr/>
      <dgm:t>
        <a:bodyPr/>
        <a:lstStyle/>
        <a:p>
          <a:endParaRPr lang="en-US"/>
        </a:p>
      </dgm:t>
    </dgm:pt>
    <dgm:pt modelId="{2F9322A0-5E58-4F95-AC3E-4B698A5EFFDB}">
      <dgm:prSet/>
      <dgm:spPr/>
      <dgm:t>
        <a:bodyPr/>
        <a:lstStyle/>
        <a:p>
          <a:r>
            <a:rPr lang="en-IN"/>
            <a:t>Core Design Principles: • Automation • Modularity • Scalability • Transparency</a:t>
          </a:r>
          <a:endParaRPr lang="en-US"/>
        </a:p>
      </dgm:t>
    </dgm:pt>
    <dgm:pt modelId="{B565395A-4D69-4BE4-9BC1-E4379E032927}" type="parTrans" cxnId="{86A06AF1-344B-4C38-8008-4605FF19C872}">
      <dgm:prSet/>
      <dgm:spPr/>
      <dgm:t>
        <a:bodyPr/>
        <a:lstStyle/>
        <a:p>
          <a:endParaRPr lang="en-US"/>
        </a:p>
      </dgm:t>
    </dgm:pt>
    <dgm:pt modelId="{0AC29DC8-66DF-49A3-A136-8A889E661302}" type="sibTrans" cxnId="{86A06AF1-344B-4C38-8008-4605FF19C872}">
      <dgm:prSet/>
      <dgm:spPr/>
      <dgm:t>
        <a:bodyPr/>
        <a:lstStyle/>
        <a:p>
          <a:endParaRPr lang="en-US"/>
        </a:p>
      </dgm:t>
    </dgm:pt>
    <dgm:pt modelId="{DD6508F6-6770-4352-A6AE-A5E8FB75CD16}" type="pres">
      <dgm:prSet presAssocID="{77C39933-5924-40A7-BD06-311B6D41A793}" presName="root" presStyleCnt="0">
        <dgm:presLayoutVars>
          <dgm:dir/>
          <dgm:resizeHandles val="exact"/>
        </dgm:presLayoutVars>
      </dgm:prSet>
      <dgm:spPr/>
    </dgm:pt>
    <dgm:pt modelId="{18A1EAF1-FEBB-4B99-BE91-5837EA57436C}" type="pres">
      <dgm:prSet presAssocID="{280E5D2A-782C-41B9-80BE-C08F5AAD40E8}" presName="compNode" presStyleCnt="0"/>
      <dgm:spPr/>
    </dgm:pt>
    <dgm:pt modelId="{070F6034-9EED-433D-9A18-5AE7DC6AC242}" type="pres">
      <dgm:prSet presAssocID="{280E5D2A-782C-41B9-80BE-C08F5AAD40E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3EA184AB-1B81-443E-A196-998B4A0786BF}" type="pres">
      <dgm:prSet presAssocID="{280E5D2A-782C-41B9-80BE-C08F5AAD40E8}" presName="spaceRect" presStyleCnt="0"/>
      <dgm:spPr/>
    </dgm:pt>
    <dgm:pt modelId="{34431C5B-D1BE-4E5F-A6F1-0F4D3E52671F}" type="pres">
      <dgm:prSet presAssocID="{280E5D2A-782C-41B9-80BE-C08F5AAD40E8}" presName="textRect" presStyleLbl="revTx" presStyleIdx="0" presStyleCnt="2">
        <dgm:presLayoutVars>
          <dgm:chMax val="1"/>
          <dgm:chPref val="1"/>
        </dgm:presLayoutVars>
      </dgm:prSet>
      <dgm:spPr/>
    </dgm:pt>
    <dgm:pt modelId="{CA2BCED1-18FF-4596-81A0-12F73EE44F20}" type="pres">
      <dgm:prSet presAssocID="{5CB454F8-DC20-4349-9888-AB7CCD2C4B00}" presName="sibTrans" presStyleCnt="0"/>
      <dgm:spPr/>
    </dgm:pt>
    <dgm:pt modelId="{0424481D-C8EE-4F7C-9870-811B762E124A}" type="pres">
      <dgm:prSet presAssocID="{2F9322A0-5E58-4F95-AC3E-4B698A5EFFDB}" presName="compNode" presStyleCnt="0"/>
      <dgm:spPr/>
    </dgm:pt>
    <dgm:pt modelId="{49324C94-E1AC-47F0-A9A7-7554F14A785B}" type="pres">
      <dgm:prSet presAssocID="{2F9322A0-5E58-4F95-AC3E-4B698A5EFFD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675E045-BA93-4E26-817E-55FBC69F559D}" type="pres">
      <dgm:prSet presAssocID="{2F9322A0-5E58-4F95-AC3E-4B698A5EFFDB}" presName="spaceRect" presStyleCnt="0"/>
      <dgm:spPr/>
    </dgm:pt>
    <dgm:pt modelId="{596BA3CF-BA17-4B80-8471-6530B9750A17}" type="pres">
      <dgm:prSet presAssocID="{2F9322A0-5E58-4F95-AC3E-4B698A5EFFD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105AF16-665D-478D-85C7-4AD6C16E24F2}" type="presOf" srcId="{2F9322A0-5E58-4F95-AC3E-4B698A5EFFDB}" destId="{596BA3CF-BA17-4B80-8471-6530B9750A17}" srcOrd="0" destOrd="0" presId="urn:microsoft.com/office/officeart/2018/2/layout/IconLabelList"/>
    <dgm:cxn modelId="{7111AD1F-4E54-4162-B2D1-0A302AA0032B}" type="presOf" srcId="{77C39933-5924-40A7-BD06-311B6D41A793}" destId="{DD6508F6-6770-4352-A6AE-A5E8FB75CD16}" srcOrd="0" destOrd="0" presId="urn:microsoft.com/office/officeart/2018/2/layout/IconLabelList"/>
    <dgm:cxn modelId="{74AAC13E-7FE3-4F82-AF56-2D1C7C96DF31}" srcId="{77C39933-5924-40A7-BD06-311B6D41A793}" destId="{280E5D2A-782C-41B9-80BE-C08F5AAD40E8}" srcOrd="0" destOrd="0" parTransId="{C96BE505-F823-4769-A70C-4A1C6C2AB86C}" sibTransId="{5CB454F8-DC20-4349-9888-AB7CCD2C4B00}"/>
    <dgm:cxn modelId="{86A06AF1-344B-4C38-8008-4605FF19C872}" srcId="{77C39933-5924-40A7-BD06-311B6D41A793}" destId="{2F9322A0-5E58-4F95-AC3E-4B698A5EFFDB}" srcOrd="1" destOrd="0" parTransId="{B565395A-4D69-4BE4-9BC1-E4379E032927}" sibTransId="{0AC29DC8-66DF-49A3-A136-8A889E661302}"/>
    <dgm:cxn modelId="{73C290FB-EA41-4792-BCA5-9EE1794FD009}" type="presOf" srcId="{280E5D2A-782C-41B9-80BE-C08F5AAD40E8}" destId="{34431C5B-D1BE-4E5F-A6F1-0F4D3E52671F}" srcOrd="0" destOrd="0" presId="urn:microsoft.com/office/officeart/2018/2/layout/IconLabelList"/>
    <dgm:cxn modelId="{26691C68-32AB-4D70-87C7-25D07A1A183C}" type="presParOf" srcId="{DD6508F6-6770-4352-A6AE-A5E8FB75CD16}" destId="{18A1EAF1-FEBB-4B99-BE91-5837EA57436C}" srcOrd="0" destOrd="0" presId="urn:microsoft.com/office/officeart/2018/2/layout/IconLabelList"/>
    <dgm:cxn modelId="{3AAA52BA-3854-4FCE-B5E6-F93FC476141F}" type="presParOf" srcId="{18A1EAF1-FEBB-4B99-BE91-5837EA57436C}" destId="{070F6034-9EED-433D-9A18-5AE7DC6AC242}" srcOrd="0" destOrd="0" presId="urn:microsoft.com/office/officeart/2018/2/layout/IconLabelList"/>
    <dgm:cxn modelId="{9F207E01-B85C-4F77-A7EA-CFC7130DE3FB}" type="presParOf" srcId="{18A1EAF1-FEBB-4B99-BE91-5837EA57436C}" destId="{3EA184AB-1B81-443E-A196-998B4A0786BF}" srcOrd="1" destOrd="0" presId="urn:microsoft.com/office/officeart/2018/2/layout/IconLabelList"/>
    <dgm:cxn modelId="{2BB5DFEE-A220-4A16-8D63-364C81CD3700}" type="presParOf" srcId="{18A1EAF1-FEBB-4B99-BE91-5837EA57436C}" destId="{34431C5B-D1BE-4E5F-A6F1-0F4D3E52671F}" srcOrd="2" destOrd="0" presId="urn:microsoft.com/office/officeart/2018/2/layout/IconLabelList"/>
    <dgm:cxn modelId="{B5A7E53A-F598-4117-B808-CBB96897BFD2}" type="presParOf" srcId="{DD6508F6-6770-4352-A6AE-A5E8FB75CD16}" destId="{CA2BCED1-18FF-4596-81A0-12F73EE44F20}" srcOrd="1" destOrd="0" presId="urn:microsoft.com/office/officeart/2018/2/layout/IconLabelList"/>
    <dgm:cxn modelId="{DD1540CD-C741-4255-90F0-7EBE441FDFEF}" type="presParOf" srcId="{DD6508F6-6770-4352-A6AE-A5E8FB75CD16}" destId="{0424481D-C8EE-4F7C-9870-811B762E124A}" srcOrd="2" destOrd="0" presId="urn:microsoft.com/office/officeart/2018/2/layout/IconLabelList"/>
    <dgm:cxn modelId="{573C75FA-C4B1-4121-9899-1BD0804AB5FE}" type="presParOf" srcId="{0424481D-C8EE-4F7C-9870-811B762E124A}" destId="{49324C94-E1AC-47F0-A9A7-7554F14A785B}" srcOrd="0" destOrd="0" presId="urn:microsoft.com/office/officeart/2018/2/layout/IconLabelList"/>
    <dgm:cxn modelId="{F0D88972-78B6-4458-A12B-7DF6CC30028D}" type="presParOf" srcId="{0424481D-C8EE-4F7C-9870-811B762E124A}" destId="{3675E045-BA93-4E26-817E-55FBC69F559D}" srcOrd="1" destOrd="0" presId="urn:microsoft.com/office/officeart/2018/2/layout/IconLabelList"/>
    <dgm:cxn modelId="{27267D7F-45CA-4834-9C31-CA8FDBF66695}" type="presParOf" srcId="{0424481D-C8EE-4F7C-9870-811B762E124A}" destId="{596BA3CF-BA17-4B80-8471-6530B9750A1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B5B71A-25AF-44DA-90F5-6530320513F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346ED72-4A24-46E2-8842-58C327FD1CC0}">
      <dgm:prSet/>
      <dgm:spPr/>
      <dgm:t>
        <a:bodyPr/>
        <a:lstStyle/>
        <a:p>
          <a:r>
            <a:rPr lang="en-US" b="0" i="0" baseline="0"/>
            <a:t>Video upload</a:t>
          </a:r>
          <a:endParaRPr lang="en-US"/>
        </a:p>
      </dgm:t>
    </dgm:pt>
    <dgm:pt modelId="{C4ABD8EF-C175-47E9-8FC8-956B3EC4483C}" type="parTrans" cxnId="{1753EC77-8623-44CA-B014-8EC8D8D53B2F}">
      <dgm:prSet/>
      <dgm:spPr/>
      <dgm:t>
        <a:bodyPr/>
        <a:lstStyle/>
        <a:p>
          <a:endParaRPr lang="en-US"/>
        </a:p>
      </dgm:t>
    </dgm:pt>
    <dgm:pt modelId="{433EB38D-5B9A-4C47-8788-E3AF2CD24C69}" type="sibTrans" cxnId="{1753EC77-8623-44CA-B014-8EC8D8D53B2F}">
      <dgm:prSet/>
      <dgm:spPr/>
      <dgm:t>
        <a:bodyPr/>
        <a:lstStyle/>
        <a:p>
          <a:endParaRPr lang="en-US"/>
        </a:p>
      </dgm:t>
    </dgm:pt>
    <dgm:pt modelId="{C909D20A-8967-4C3D-82C5-32DA0377003B}">
      <dgm:prSet/>
      <dgm:spPr/>
      <dgm:t>
        <a:bodyPr/>
        <a:lstStyle/>
        <a:p>
          <a:r>
            <a:rPr lang="en-US" b="0" i="0" baseline="0"/>
            <a:t>Audio extraction</a:t>
          </a:r>
          <a:endParaRPr lang="en-US"/>
        </a:p>
      </dgm:t>
    </dgm:pt>
    <dgm:pt modelId="{F7DDD96F-049C-46E6-A517-8A04F8E3FDA9}" type="parTrans" cxnId="{B665E2BC-B452-40DB-885F-3F35A7775DC5}">
      <dgm:prSet/>
      <dgm:spPr/>
      <dgm:t>
        <a:bodyPr/>
        <a:lstStyle/>
        <a:p>
          <a:endParaRPr lang="en-US"/>
        </a:p>
      </dgm:t>
    </dgm:pt>
    <dgm:pt modelId="{D37647B6-60AF-4ABE-85C0-1C71E23279CE}" type="sibTrans" cxnId="{B665E2BC-B452-40DB-885F-3F35A7775DC5}">
      <dgm:prSet/>
      <dgm:spPr/>
      <dgm:t>
        <a:bodyPr/>
        <a:lstStyle/>
        <a:p>
          <a:endParaRPr lang="en-US"/>
        </a:p>
      </dgm:t>
    </dgm:pt>
    <dgm:pt modelId="{CDB03923-FBDB-461D-A937-ADBC55962C86}">
      <dgm:prSet/>
      <dgm:spPr/>
      <dgm:t>
        <a:bodyPr/>
        <a:lstStyle/>
        <a:p>
          <a:r>
            <a:rPr lang="en-US" b="0" i="0" baseline="0"/>
            <a:t>Voice Activity Detection</a:t>
          </a:r>
          <a:endParaRPr lang="en-US"/>
        </a:p>
      </dgm:t>
    </dgm:pt>
    <dgm:pt modelId="{CD3FCD4C-025F-492B-9B1A-903E1C13C86C}" type="parTrans" cxnId="{81886020-7412-41E5-A9E2-E9F61869AB7E}">
      <dgm:prSet/>
      <dgm:spPr/>
      <dgm:t>
        <a:bodyPr/>
        <a:lstStyle/>
        <a:p>
          <a:endParaRPr lang="en-US"/>
        </a:p>
      </dgm:t>
    </dgm:pt>
    <dgm:pt modelId="{9C129200-355A-4373-B6B9-3C8C0655FCE0}" type="sibTrans" cxnId="{81886020-7412-41E5-A9E2-E9F61869AB7E}">
      <dgm:prSet/>
      <dgm:spPr/>
      <dgm:t>
        <a:bodyPr/>
        <a:lstStyle/>
        <a:p>
          <a:endParaRPr lang="en-US"/>
        </a:p>
      </dgm:t>
    </dgm:pt>
    <dgm:pt modelId="{0A41A8CB-4C01-47DC-8204-7370DF025C0E}">
      <dgm:prSet/>
      <dgm:spPr/>
      <dgm:t>
        <a:bodyPr/>
        <a:lstStyle/>
        <a:p>
          <a:r>
            <a:rPr lang="en-US" b="0" i="0" baseline="0"/>
            <a:t>Speech-to-Text with speakers</a:t>
          </a:r>
          <a:endParaRPr lang="en-US"/>
        </a:p>
      </dgm:t>
    </dgm:pt>
    <dgm:pt modelId="{B055970E-673C-4B0A-A1F9-C0E3A1007218}" type="parTrans" cxnId="{8DA687C5-550E-49EB-8781-6EF930E61D57}">
      <dgm:prSet/>
      <dgm:spPr/>
      <dgm:t>
        <a:bodyPr/>
        <a:lstStyle/>
        <a:p>
          <a:endParaRPr lang="en-US"/>
        </a:p>
      </dgm:t>
    </dgm:pt>
    <dgm:pt modelId="{29239EBA-7BF4-4F9F-ACCD-E26B0992A599}" type="sibTrans" cxnId="{8DA687C5-550E-49EB-8781-6EF930E61D57}">
      <dgm:prSet/>
      <dgm:spPr/>
      <dgm:t>
        <a:bodyPr/>
        <a:lstStyle/>
        <a:p>
          <a:endParaRPr lang="en-US"/>
        </a:p>
      </dgm:t>
    </dgm:pt>
    <dgm:pt modelId="{5D2D109A-E951-46E7-B6F9-A755D5907DB1}">
      <dgm:prSet/>
      <dgm:spPr/>
      <dgm:t>
        <a:bodyPr/>
        <a:lstStyle/>
        <a:p>
          <a:r>
            <a:rPr lang="en-US" b="0" i="0" baseline="0"/>
            <a:t>Text alignment</a:t>
          </a:r>
          <a:endParaRPr lang="en-US"/>
        </a:p>
      </dgm:t>
    </dgm:pt>
    <dgm:pt modelId="{99BAE51F-3B32-4D29-8F88-9C0E8D9A9E24}" type="parTrans" cxnId="{1C118045-89A7-496B-AEB5-98FD6D6DD085}">
      <dgm:prSet/>
      <dgm:spPr/>
      <dgm:t>
        <a:bodyPr/>
        <a:lstStyle/>
        <a:p>
          <a:endParaRPr lang="en-US"/>
        </a:p>
      </dgm:t>
    </dgm:pt>
    <dgm:pt modelId="{7A852A57-F6C4-407D-88D6-3B88D8CD2584}" type="sibTrans" cxnId="{1C118045-89A7-496B-AEB5-98FD6D6DD085}">
      <dgm:prSet/>
      <dgm:spPr/>
      <dgm:t>
        <a:bodyPr/>
        <a:lstStyle/>
        <a:p>
          <a:endParaRPr lang="en-US"/>
        </a:p>
      </dgm:t>
    </dgm:pt>
    <dgm:pt modelId="{6A0CB2FC-EF83-4C1A-9C0D-4D3CA15594CF}">
      <dgm:prSet/>
      <dgm:spPr/>
      <dgm:t>
        <a:bodyPr/>
        <a:lstStyle/>
        <a:p>
          <a:r>
            <a:rPr lang="en-US" b="0" i="0" baseline="0"/>
            <a:t>Translation</a:t>
          </a:r>
          <a:endParaRPr lang="en-US"/>
        </a:p>
      </dgm:t>
    </dgm:pt>
    <dgm:pt modelId="{85BB8AA5-391D-4BD0-96E2-D37C7F86A5E7}" type="parTrans" cxnId="{A648D9A4-C504-4456-AD45-B67544041DB3}">
      <dgm:prSet/>
      <dgm:spPr/>
      <dgm:t>
        <a:bodyPr/>
        <a:lstStyle/>
        <a:p>
          <a:endParaRPr lang="en-US"/>
        </a:p>
      </dgm:t>
    </dgm:pt>
    <dgm:pt modelId="{DE048B8B-80F3-4173-B480-BE80F4E8E29B}" type="sibTrans" cxnId="{A648D9A4-C504-4456-AD45-B67544041DB3}">
      <dgm:prSet/>
      <dgm:spPr/>
      <dgm:t>
        <a:bodyPr/>
        <a:lstStyle/>
        <a:p>
          <a:endParaRPr lang="en-US"/>
        </a:p>
      </dgm:t>
    </dgm:pt>
    <dgm:pt modelId="{E7D654B6-B531-405D-8651-8FE34748AEEE}">
      <dgm:prSet/>
      <dgm:spPr/>
      <dgm:t>
        <a:bodyPr/>
        <a:lstStyle/>
        <a:p>
          <a:r>
            <a:rPr lang="en-US" b="0" i="0" baseline="0"/>
            <a:t>Text-to-Speech</a:t>
          </a:r>
          <a:endParaRPr lang="en-US"/>
        </a:p>
      </dgm:t>
    </dgm:pt>
    <dgm:pt modelId="{BCF0AAF2-25C4-4F1C-BF7C-DC4DF8870602}" type="parTrans" cxnId="{EC12499A-758E-4E59-8954-B83810B06D0F}">
      <dgm:prSet/>
      <dgm:spPr/>
      <dgm:t>
        <a:bodyPr/>
        <a:lstStyle/>
        <a:p>
          <a:endParaRPr lang="en-US"/>
        </a:p>
      </dgm:t>
    </dgm:pt>
    <dgm:pt modelId="{1FCC5ABC-8934-4459-B3DF-986CDCC18239}" type="sibTrans" cxnId="{EC12499A-758E-4E59-8954-B83810B06D0F}">
      <dgm:prSet/>
      <dgm:spPr/>
      <dgm:t>
        <a:bodyPr/>
        <a:lstStyle/>
        <a:p>
          <a:endParaRPr lang="en-US"/>
        </a:p>
      </dgm:t>
    </dgm:pt>
    <dgm:pt modelId="{E41AE7F2-0DBA-4E55-8246-4A07FB6AD134}">
      <dgm:prSet/>
      <dgm:spPr/>
      <dgm:t>
        <a:bodyPr/>
        <a:lstStyle/>
        <a:p>
          <a:r>
            <a:rPr lang="en-US" b="0" i="0" baseline="0"/>
            <a:t>Audio merge</a:t>
          </a:r>
          <a:endParaRPr lang="en-US"/>
        </a:p>
      </dgm:t>
    </dgm:pt>
    <dgm:pt modelId="{5B20BF82-D090-41F4-A21B-A421CA401F38}" type="parTrans" cxnId="{A561BF01-C393-4DCD-BD7A-0F5C231D5C82}">
      <dgm:prSet/>
      <dgm:spPr/>
      <dgm:t>
        <a:bodyPr/>
        <a:lstStyle/>
        <a:p>
          <a:endParaRPr lang="en-US"/>
        </a:p>
      </dgm:t>
    </dgm:pt>
    <dgm:pt modelId="{E06C1E5B-78B7-4B97-B5CB-21C4FB014236}" type="sibTrans" cxnId="{A561BF01-C393-4DCD-BD7A-0F5C231D5C82}">
      <dgm:prSet/>
      <dgm:spPr/>
      <dgm:t>
        <a:bodyPr/>
        <a:lstStyle/>
        <a:p>
          <a:endParaRPr lang="en-US"/>
        </a:p>
      </dgm:t>
    </dgm:pt>
    <dgm:pt modelId="{E8BC63E9-5C7F-4BEB-8F8E-08C0AC5C780D}">
      <dgm:prSet/>
      <dgm:spPr/>
      <dgm:t>
        <a:bodyPr/>
        <a:lstStyle/>
        <a:p>
          <a:r>
            <a:rPr lang="en-US" b="0" i="0" baseline="0"/>
            <a:t>Video rendering</a:t>
          </a:r>
          <a:endParaRPr lang="en-US"/>
        </a:p>
      </dgm:t>
    </dgm:pt>
    <dgm:pt modelId="{668E3201-37F7-46D6-8F4E-869F1C809084}" type="parTrans" cxnId="{BA3FD2DB-32D7-4236-9254-3D72D8F935CE}">
      <dgm:prSet/>
      <dgm:spPr/>
      <dgm:t>
        <a:bodyPr/>
        <a:lstStyle/>
        <a:p>
          <a:endParaRPr lang="en-US"/>
        </a:p>
      </dgm:t>
    </dgm:pt>
    <dgm:pt modelId="{837123D2-76BB-4396-8B49-E95A489FC97E}" type="sibTrans" cxnId="{BA3FD2DB-32D7-4236-9254-3D72D8F935CE}">
      <dgm:prSet/>
      <dgm:spPr/>
      <dgm:t>
        <a:bodyPr/>
        <a:lstStyle/>
        <a:p>
          <a:endParaRPr lang="en-US"/>
        </a:p>
      </dgm:t>
    </dgm:pt>
    <dgm:pt modelId="{CB736B34-BF4A-4BD5-B00F-FCFADD0B8FDF}" type="pres">
      <dgm:prSet presAssocID="{40B5B71A-25AF-44DA-90F5-6530320513F5}" presName="diagram" presStyleCnt="0">
        <dgm:presLayoutVars>
          <dgm:dir/>
          <dgm:resizeHandles val="exact"/>
        </dgm:presLayoutVars>
      </dgm:prSet>
      <dgm:spPr/>
    </dgm:pt>
    <dgm:pt modelId="{312DAB1B-0A18-4654-B0AE-E7AD3707210B}" type="pres">
      <dgm:prSet presAssocID="{C346ED72-4A24-46E2-8842-58C327FD1CC0}" presName="node" presStyleLbl="node1" presStyleIdx="0" presStyleCnt="9">
        <dgm:presLayoutVars>
          <dgm:bulletEnabled val="1"/>
        </dgm:presLayoutVars>
      </dgm:prSet>
      <dgm:spPr/>
    </dgm:pt>
    <dgm:pt modelId="{D8A326C2-B1AC-403A-A0C5-942ADAC9D155}" type="pres">
      <dgm:prSet presAssocID="{433EB38D-5B9A-4C47-8788-E3AF2CD24C69}" presName="sibTrans" presStyleCnt="0"/>
      <dgm:spPr/>
    </dgm:pt>
    <dgm:pt modelId="{92C3D819-E1EF-4709-92E9-7C47AB1C4753}" type="pres">
      <dgm:prSet presAssocID="{C909D20A-8967-4C3D-82C5-32DA0377003B}" presName="node" presStyleLbl="node1" presStyleIdx="1" presStyleCnt="9">
        <dgm:presLayoutVars>
          <dgm:bulletEnabled val="1"/>
        </dgm:presLayoutVars>
      </dgm:prSet>
      <dgm:spPr/>
    </dgm:pt>
    <dgm:pt modelId="{6F0F41B8-FD3B-42A7-BDE3-B48844AED29F}" type="pres">
      <dgm:prSet presAssocID="{D37647B6-60AF-4ABE-85C0-1C71E23279CE}" presName="sibTrans" presStyleCnt="0"/>
      <dgm:spPr/>
    </dgm:pt>
    <dgm:pt modelId="{EDEEC8F5-A111-4F36-BD21-426E617A6A1F}" type="pres">
      <dgm:prSet presAssocID="{CDB03923-FBDB-461D-A937-ADBC55962C86}" presName="node" presStyleLbl="node1" presStyleIdx="2" presStyleCnt="9">
        <dgm:presLayoutVars>
          <dgm:bulletEnabled val="1"/>
        </dgm:presLayoutVars>
      </dgm:prSet>
      <dgm:spPr/>
    </dgm:pt>
    <dgm:pt modelId="{930B9AD1-5D8D-435E-AEAC-54672C5146F4}" type="pres">
      <dgm:prSet presAssocID="{9C129200-355A-4373-B6B9-3C8C0655FCE0}" presName="sibTrans" presStyleCnt="0"/>
      <dgm:spPr/>
    </dgm:pt>
    <dgm:pt modelId="{133D2CD8-33DF-413B-8CB0-06B82BC4B42C}" type="pres">
      <dgm:prSet presAssocID="{0A41A8CB-4C01-47DC-8204-7370DF025C0E}" presName="node" presStyleLbl="node1" presStyleIdx="3" presStyleCnt="9">
        <dgm:presLayoutVars>
          <dgm:bulletEnabled val="1"/>
        </dgm:presLayoutVars>
      </dgm:prSet>
      <dgm:spPr/>
    </dgm:pt>
    <dgm:pt modelId="{74301B90-CCD3-4599-8C11-6E505761E10C}" type="pres">
      <dgm:prSet presAssocID="{29239EBA-7BF4-4F9F-ACCD-E26B0992A599}" presName="sibTrans" presStyleCnt="0"/>
      <dgm:spPr/>
    </dgm:pt>
    <dgm:pt modelId="{880B4633-CFCA-4B99-B804-9E592BF16A23}" type="pres">
      <dgm:prSet presAssocID="{5D2D109A-E951-46E7-B6F9-A755D5907DB1}" presName="node" presStyleLbl="node1" presStyleIdx="4" presStyleCnt="9">
        <dgm:presLayoutVars>
          <dgm:bulletEnabled val="1"/>
        </dgm:presLayoutVars>
      </dgm:prSet>
      <dgm:spPr/>
    </dgm:pt>
    <dgm:pt modelId="{C0FD4B2F-317E-4123-82D4-23A0ED9BC36B}" type="pres">
      <dgm:prSet presAssocID="{7A852A57-F6C4-407D-88D6-3B88D8CD2584}" presName="sibTrans" presStyleCnt="0"/>
      <dgm:spPr/>
    </dgm:pt>
    <dgm:pt modelId="{79F9B5B8-89AF-49EC-A3DA-EB5E27EBE080}" type="pres">
      <dgm:prSet presAssocID="{6A0CB2FC-EF83-4C1A-9C0D-4D3CA15594CF}" presName="node" presStyleLbl="node1" presStyleIdx="5" presStyleCnt="9">
        <dgm:presLayoutVars>
          <dgm:bulletEnabled val="1"/>
        </dgm:presLayoutVars>
      </dgm:prSet>
      <dgm:spPr/>
    </dgm:pt>
    <dgm:pt modelId="{F516C89B-F5F2-4AEB-AFEF-BE8441B0A4CE}" type="pres">
      <dgm:prSet presAssocID="{DE048B8B-80F3-4173-B480-BE80F4E8E29B}" presName="sibTrans" presStyleCnt="0"/>
      <dgm:spPr/>
    </dgm:pt>
    <dgm:pt modelId="{F64CD76B-1CF1-4438-AFC8-6CC5600BD297}" type="pres">
      <dgm:prSet presAssocID="{E7D654B6-B531-405D-8651-8FE34748AEEE}" presName="node" presStyleLbl="node1" presStyleIdx="6" presStyleCnt="9">
        <dgm:presLayoutVars>
          <dgm:bulletEnabled val="1"/>
        </dgm:presLayoutVars>
      </dgm:prSet>
      <dgm:spPr/>
    </dgm:pt>
    <dgm:pt modelId="{ACD5306B-B8F4-4E72-9C73-65C17DB80A30}" type="pres">
      <dgm:prSet presAssocID="{1FCC5ABC-8934-4459-B3DF-986CDCC18239}" presName="sibTrans" presStyleCnt="0"/>
      <dgm:spPr/>
    </dgm:pt>
    <dgm:pt modelId="{731D76AE-BB2E-4294-88E6-F78FFC300005}" type="pres">
      <dgm:prSet presAssocID="{E41AE7F2-0DBA-4E55-8246-4A07FB6AD134}" presName="node" presStyleLbl="node1" presStyleIdx="7" presStyleCnt="9">
        <dgm:presLayoutVars>
          <dgm:bulletEnabled val="1"/>
        </dgm:presLayoutVars>
      </dgm:prSet>
      <dgm:spPr/>
    </dgm:pt>
    <dgm:pt modelId="{7532CABA-5DC3-4A56-B978-151D0FDCB4B6}" type="pres">
      <dgm:prSet presAssocID="{E06C1E5B-78B7-4B97-B5CB-21C4FB014236}" presName="sibTrans" presStyleCnt="0"/>
      <dgm:spPr/>
    </dgm:pt>
    <dgm:pt modelId="{CA96F33A-C791-4A0B-A2F5-5E8D7BEC5E8E}" type="pres">
      <dgm:prSet presAssocID="{E8BC63E9-5C7F-4BEB-8F8E-08C0AC5C780D}" presName="node" presStyleLbl="node1" presStyleIdx="8" presStyleCnt="9">
        <dgm:presLayoutVars>
          <dgm:bulletEnabled val="1"/>
        </dgm:presLayoutVars>
      </dgm:prSet>
      <dgm:spPr/>
    </dgm:pt>
  </dgm:ptLst>
  <dgm:cxnLst>
    <dgm:cxn modelId="{A561BF01-C393-4DCD-BD7A-0F5C231D5C82}" srcId="{40B5B71A-25AF-44DA-90F5-6530320513F5}" destId="{E41AE7F2-0DBA-4E55-8246-4A07FB6AD134}" srcOrd="7" destOrd="0" parTransId="{5B20BF82-D090-41F4-A21B-A421CA401F38}" sibTransId="{E06C1E5B-78B7-4B97-B5CB-21C4FB014236}"/>
    <dgm:cxn modelId="{82CA1F03-564E-473E-A9D0-53892D6391B5}" type="presOf" srcId="{C909D20A-8967-4C3D-82C5-32DA0377003B}" destId="{92C3D819-E1EF-4709-92E9-7C47AB1C4753}" srcOrd="0" destOrd="0" presId="urn:microsoft.com/office/officeart/2005/8/layout/default"/>
    <dgm:cxn modelId="{4A5A5803-A283-4D4A-B6D6-548ECD916F46}" type="presOf" srcId="{0A41A8CB-4C01-47DC-8204-7370DF025C0E}" destId="{133D2CD8-33DF-413B-8CB0-06B82BC4B42C}" srcOrd="0" destOrd="0" presId="urn:microsoft.com/office/officeart/2005/8/layout/default"/>
    <dgm:cxn modelId="{81886020-7412-41E5-A9E2-E9F61869AB7E}" srcId="{40B5B71A-25AF-44DA-90F5-6530320513F5}" destId="{CDB03923-FBDB-461D-A937-ADBC55962C86}" srcOrd="2" destOrd="0" parTransId="{CD3FCD4C-025F-492B-9B1A-903E1C13C86C}" sibTransId="{9C129200-355A-4373-B6B9-3C8C0655FCE0}"/>
    <dgm:cxn modelId="{1C118045-89A7-496B-AEB5-98FD6D6DD085}" srcId="{40B5B71A-25AF-44DA-90F5-6530320513F5}" destId="{5D2D109A-E951-46E7-B6F9-A755D5907DB1}" srcOrd="4" destOrd="0" parTransId="{99BAE51F-3B32-4D29-8F88-9C0E8D9A9E24}" sibTransId="{7A852A57-F6C4-407D-88D6-3B88D8CD2584}"/>
    <dgm:cxn modelId="{38B3CB47-E2AD-4245-9C4C-0D5933C8E2EC}" type="presOf" srcId="{E8BC63E9-5C7F-4BEB-8F8E-08C0AC5C780D}" destId="{CA96F33A-C791-4A0B-A2F5-5E8D7BEC5E8E}" srcOrd="0" destOrd="0" presId="urn:microsoft.com/office/officeart/2005/8/layout/default"/>
    <dgm:cxn modelId="{FFE47E71-D648-42D4-86AE-33C8366A0337}" type="presOf" srcId="{CDB03923-FBDB-461D-A937-ADBC55962C86}" destId="{EDEEC8F5-A111-4F36-BD21-426E617A6A1F}" srcOrd="0" destOrd="0" presId="urn:microsoft.com/office/officeart/2005/8/layout/default"/>
    <dgm:cxn modelId="{1753EC77-8623-44CA-B014-8EC8D8D53B2F}" srcId="{40B5B71A-25AF-44DA-90F5-6530320513F5}" destId="{C346ED72-4A24-46E2-8842-58C327FD1CC0}" srcOrd="0" destOrd="0" parTransId="{C4ABD8EF-C175-47E9-8FC8-956B3EC4483C}" sibTransId="{433EB38D-5B9A-4C47-8788-E3AF2CD24C69}"/>
    <dgm:cxn modelId="{8474077D-D8BA-48A5-BAFB-58460ABDE0CC}" type="presOf" srcId="{6A0CB2FC-EF83-4C1A-9C0D-4D3CA15594CF}" destId="{79F9B5B8-89AF-49EC-A3DA-EB5E27EBE080}" srcOrd="0" destOrd="0" presId="urn:microsoft.com/office/officeart/2005/8/layout/default"/>
    <dgm:cxn modelId="{B4478082-4B31-4C97-A8F9-0B1E85B50A60}" type="presOf" srcId="{40B5B71A-25AF-44DA-90F5-6530320513F5}" destId="{CB736B34-BF4A-4BD5-B00F-FCFADD0B8FDF}" srcOrd="0" destOrd="0" presId="urn:microsoft.com/office/officeart/2005/8/layout/default"/>
    <dgm:cxn modelId="{6CF34C8A-28D8-4868-A471-A792624B4F9C}" type="presOf" srcId="{E41AE7F2-0DBA-4E55-8246-4A07FB6AD134}" destId="{731D76AE-BB2E-4294-88E6-F78FFC300005}" srcOrd="0" destOrd="0" presId="urn:microsoft.com/office/officeart/2005/8/layout/default"/>
    <dgm:cxn modelId="{EC12499A-758E-4E59-8954-B83810B06D0F}" srcId="{40B5B71A-25AF-44DA-90F5-6530320513F5}" destId="{E7D654B6-B531-405D-8651-8FE34748AEEE}" srcOrd="6" destOrd="0" parTransId="{BCF0AAF2-25C4-4F1C-BF7C-DC4DF8870602}" sibTransId="{1FCC5ABC-8934-4459-B3DF-986CDCC18239}"/>
    <dgm:cxn modelId="{A648D9A4-C504-4456-AD45-B67544041DB3}" srcId="{40B5B71A-25AF-44DA-90F5-6530320513F5}" destId="{6A0CB2FC-EF83-4C1A-9C0D-4D3CA15594CF}" srcOrd="5" destOrd="0" parTransId="{85BB8AA5-391D-4BD0-96E2-D37C7F86A5E7}" sibTransId="{DE048B8B-80F3-4173-B480-BE80F4E8E29B}"/>
    <dgm:cxn modelId="{988798B7-1A54-43C7-8223-2EA2F6D0AFAC}" type="presOf" srcId="{5D2D109A-E951-46E7-B6F9-A755D5907DB1}" destId="{880B4633-CFCA-4B99-B804-9E592BF16A23}" srcOrd="0" destOrd="0" presId="urn:microsoft.com/office/officeart/2005/8/layout/default"/>
    <dgm:cxn modelId="{E476D1B8-8361-47AF-B376-7A564AD20D82}" type="presOf" srcId="{E7D654B6-B531-405D-8651-8FE34748AEEE}" destId="{F64CD76B-1CF1-4438-AFC8-6CC5600BD297}" srcOrd="0" destOrd="0" presId="urn:microsoft.com/office/officeart/2005/8/layout/default"/>
    <dgm:cxn modelId="{B665E2BC-B452-40DB-885F-3F35A7775DC5}" srcId="{40B5B71A-25AF-44DA-90F5-6530320513F5}" destId="{C909D20A-8967-4C3D-82C5-32DA0377003B}" srcOrd="1" destOrd="0" parTransId="{F7DDD96F-049C-46E6-A517-8A04F8E3FDA9}" sibTransId="{D37647B6-60AF-4ABE-85C0-1C71E23279CE}"/>
    <dgm:cxn modelId="{8DA687C5-550E-49EB-8781-6EF930E61D57}" srcId="{40B5B71A-25AF-44DA-90F5-6530320513F5}" destId="{0A41A8CB-4C01-47DC-8204-7370DF025C0E}" srcOrd="3" destOrd="0" parTransId="{B055970E-673C-4B0A-A1F9-C0E3A1007218}" sibTransId="{29239EBA-7BF4-4F9F-ACCD-E26B0992A599}"/>
    <dgm:cxn modelId="{B3AF9ED5-1CF2-4991-A0AE-7EDC632D9905}" type="presOf" srcId="{C346ED72-4A24-46E2-8842-58C327FD1CC0}" destId="{312DAB1B-0A18-4654-B0AE-E7AD3707210B}" srcOrd="0" destOrd="0" presId="urn:microsoft.com/office/officeart/2005/8/layout/default"/>
    <dgm:cxn modelId="{BA3FD2DB-32D7-4236-9254-3D72D8F935CE}" srcId="{40B5B71A-25AF-44DA-90F5-6530320513F5}" destId="{E8BC63E9-5C7F-4BEB-8F8E-08C0AC5C780D}" srcOrd="8" destOrd="0" parTransId="{668E3201-37F7-46D6-8F4E-869F1C809084}" sibTransId="{837123D2-76BB-4396-8B49-E95A489FC97E}"/>
    <dgm:cxn modelId="{8CA2B04F-1EBF-4DCB-8658-8ABB4EC4CD1D}" type="presParOf" srcId="{CB736B34-BF4A-4BD5-B00F-FCFADD0B8FDF}" destId="{312DAB1B-0A18-4654-B0AE-E7AD3707210B}" srcOrd="0" destOrd="0" presId="urn:microsoft.com/office/officeart/2005/8/layout/default"/>
    <dgm:cxn modelId="{3922C37C-1B91-408B-B193-C6410D03B2DE}" type="presParOf" srcId="{CB736B34-BF4A-4BD5-B00F-FCFADD0B8FDF}" destId="{D8A326C2-B1AC-403A-A0C5-942ADAC9D155}" srcOrd="1" destOrd="0" presId="urn:microsoft.com/office/officeart/2005/8/layout/default"/>
    <dgm:cxn modelId="{C40E3BAF-8BD1-464F-9845-531FDEBF0656}" type="presParOf" srcId="{CB736B34-BF4A-4BD5-B00F-FCFADD0B8FDF}" destId="{92C3D819-E1EF-4709-92E9-7C47AB1C4753}" srcOrd="2" destOrd="0" presId="urn:microsoft.com/office/officeart/2005/8/layout/default"/>
    <dgm:cxn modelId="{5E3632F7-2FE1-4B10-9AC5-6E6EEB6E6252}" type="presParOf" srcId="{CB736B34-BF4A-4BD5-B00F-FCFADD0B8FDF}" destId="{6F0F41B8-FD3B-42A7-BDE3-B48844AED29F}" srcOrd="3" destOrd="0" presId="urn:microsoft.com/office/officeart/2005/8/layout/default"/>
    <dgm:cxn modelId="{DF8828A5-017F-4BE7-AF5E-10FFB2519DFF}" type="presParOf" srcId="{CB736B34-BF4A-4BD5-B00F-FCFADD0B8FDF}" destId="{EDEEC8F5-A111-4F36-BD21-426E617A6A1F}" srcOrd="4" destOrd="0" presId="urn:microsoft.com/office/officeart/2005/8/layout/default"/>
    <dgm:cxn modelId="{CD90E77A-6958-45D7-BC85-A164547A29F0}" type="presParOf" srcId="{CB736B34-BF4A-4BD5-B00F-FCFADD0B8FDF}" destId="{930B9AD1-5D8D-435E-AEAC-54672C5146F4}" srcOrd="5" destOrd="0" presId="urn:microsoft.com/office/officeart/2005/8/layout/default"/>
    <dgm:cxn modelId="{2CE281E1-FFDE-4474-B844-CF5DB5DE8D4A}" type="presParOf" srcId="{CB736B34-BF4A-4BD5-B00F-FCFADD0B8FDF}" destId="{133D2CD8-33DF-413B-8CB0-06B82BC4B42C}" srcOrd="6" destOrd="0" presId="urn:microsoft.com/office/officeart/2005/8/layout/default"/>
    <dgm:cxn modelId="{F51E7C36-11C6-4E9E-9690-B0301CADA3C6}" type="presParOf" srcId="{CB736B34-BF4A-4BD5-B00F-FCFADD0B8FDF}" destId="{74301B90-CCD3-4599-8C11-6E505761E10C}" srcOrd="7" destOrd="0" presId="urn:microsoft.com/office/officeart/2005/8/layout/default"/>
    <dgm:cxn modelId="{437840EC-B468-49D0-9BD0-F43EFDE303C4}" type="presParOf" srcId="{CB736B34-BF4A-4BD5-B00F-FCFADD0B8FDF}" destId="{880B4633-CFCA-4B99-B804-9E592BF16A23}" srcOrd="8" destOrd="0" presId="urn:microsoft.com/office/officeart/2005/8/layout/default"/>
    <dgm:cxn modelId="{9582338B-0B2B-406F-B84F-494ED875726B}" type="presParOf" srcId="{CB736B34-BF4A-4BD5-B00F-FCFADD0B8FDF}" destId="{C0FD4B2F-317E-4123-82D4-23A0ED9BC36B}" srcOrd="9" destOrd="0" presId="urn:microsoft.com/office/officeart/2005/8/layout/default"/>
    <dgm:cxn modelId="{F195754A-5CEC-4A00-9D7B-FA0B1488E0EB}" type="presParOf" srcId="{CB736B34-BF4A-4BD5-B00F-FCFADD0B8FDF}" destId="{79F9B5B8-89AF-49EC-A3DA-EB5E27EBE080}" srcOrd="10" destOrd="0" presId="urn:microsoft.com/office/officeart/2005/8/layout/default"/>
    <dgm:cxn modelId="{999F4110-5516-46E8-A118-66F115950DBD}" type="presParOf" srcId="{CB736B34-BF4A-4BD5-B00F-FCFADD0B8FDF}" destId="{F516C89B-F5F2-4AEB-AFEF-BE8441B0A4CE}" srcOrd="11" destOrd="0" presId="urn:microsoft.com/office/officeart/2005/8/layout/default"/>
    <dgm:cxn modelId="{734E28E1-116A-46E5-B33B-B3EB30A352E0}" type="presParOf" srcId="{CB736B34-BF4A-4BD5-B00F-FCFADD0B8FDF}" destId="{F64CD76B-1CF1-4438-AFC8-6CC5600BD297}" srcOrd="12" destOrd="0" presId="urn:microsoft.com/office/officeart/2005/8/layout/default"/>
    <dgm:cxn modelId="{F0C83FD9-B6DE-4E19-832E-5FFF8624828D}" type="presParOf" srcId="{CB736B34-BF4A-4BD5-B00F-FCFADD0B8FDF}" destId="{ACD5306B-B8F4-4E72-9C73-65C17DB80A30}" srcOrd="13" destOrd="0" presId="urn:microsoft.com/office/officeart/2005/8/layout/default"/>
    <dgm:cxn modelId="{6F40E132-B165-4C9C-82F0-A75AEF08DA2C}" type="presParOf" srcId="{CB736B34-BF4A-4BD5-B00F-FCFADD0B8FDF}" destId="{731D76AE-BB2E-4294-88E6-F78FFC300005}" srcOrd="14" destOrd="0" presId="urn:microsoft.com/office/officeart/2005/8/layout/default"/>
    <dgm:cxn modelId="{03DB1A6B-86B9-4D5E-BE38-6ADF2880D5A9}" type="presParOf" srcId="{CB736B34-BF4A-4BD5-B00F-FCFADD0B8FDF}" destId="{7532CABA-5DC3-4A56-B978-151D0FDCB4B6}" srcOrd="15" destOrd="0" presId="urn:microsoft.com/office/officeart/2005/8/layout/default"/>
    <dgm:cxn modelId="{ABC7317C-FD6F-4889-B743-D34BAC3CAFF6}" type="presParOf" srcId="{CB736B34-BF4A-4BD5-B00F-FCFADD0B8FDF}" destId="{CA96F33A-C791-4A0B-A2F5-5E8D7BEC5E8E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F6034-9EED-433D-9A18-5AE7DC6AC242}">
      <dsp:nvSpPr>
        <dsp:cNvPr id="0" name=""/>
        <dsp:cNvSpPr/>
      </dsp:nvSpPr>
      <dsp:spPr>
        <a:xfrm>
          <a:off x="2035138" y="167192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431C5B-D1BE-4E5F-A6F1-0F4D3E52671F}">
      <dsp:nvSpPr>
        <dsp:cNvPr id="0" name=""/>
        <dsp:cNvSpPr/>
      </dsp:nvSpPr>
      <dsp:spPr>
        <a:xfrm>
          <a:off x="847138" y="258149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Input</a:t>
          </a:r>
          <a:r>
            <a:rPr lang="en-IN" sz="1700" kern="1200"/>
            <a:t>: Original Video (Hindi)</a:t>
          </a:r>
          <a:br>
            <a:rPr lang="en-IN" sz="1700" kern="1200"/>
          </a:br>
          <a:r>
            <a:rPr lang="en-IN" sz="1700" b="1" kern="1200"/>
            <a:t>Processing</a:t>
          </a:r>
          <a:r>
            <a:rPr lang="en-IN" sz="1700" kern="1200"/>
            <a:t>: Multi-stage AI pipeline</a:t>
          </a:r>
          <a:br>
            <a:rPr lang="en-IN" sz="1700" kern="1200"/>
          </a:br>
          <a:r>
            <a:rPr lang="en-IN" sz="1700" b="1" kern="1200"/>
            <a:t>Output</a:t>
          </a:r>
          <a:r>
            <a:rPr lang="en-IN" sz="1700" kern="1200"/>
            <a:t>: Dubbed Video (Telugu)</a:t>
          </a:r>
          <a:endParaRPr lang="en-US" sz="1700" kern="1200"/>
        </a:p>
      </dsp:txBody>
      <dsp:txXfrm>
        <a:off x="847138" y="2581497"/>
        <a:ext cx="4320000" cy="720000"/>
      </dsp:txXfrm>
    </dsp:sp>
    <dsp:sp modelId="{49324C94-E1AC-47F0-A9A7-7554F14A785B}">
      <dsp:nvSpPr>
        <dsp:cNvPr id="0" name=""/>
        <dsp:cNvSpPr/>
      </dsp:nvSpPr>
      <dsp:spPr>
        <a:xfrm>
          <a:off x="7111138" y="167192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6BA3CF-BA17-4B80-8471-6530B9750A17}">
      <dsp:nvSpPr>
        <dsp:cNvPr id="0" name=""/>
        <dsp:cNvSpPr/>
      </dsp:nvSpPr>
      <dsp:spPr>
        <a:xfrm>
          <a:off x="5923138" y="258149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Core Design Principles: • Automation • Modularity • Scalability • Transparency</a:t>
          </a:r>
          <a:endParaRPr lang="en-US" sz="1700" kern="1200"/>
        </a:p>
      </dsp:txBody>
      <dsp:txXfrm>
        <a:off x="5923138" y="2581497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DAB1B-0A18-4654-B0AE-E7AD3707210B}">
      <dsp:nvSpPr>
        <dsp:cNvPr id="0" name=""/>
        <dsp:cNvSpPr/>
      </dsp:nvSpPr>
      <dsp:spPr>
        <a:xfrm>
          <a:off x="3790" y="655784"/>
          <a:ext cx="2052350" cy="1231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Video upload</a:t>
          </a:r>
          <a:endParaRPr lang="en-US" sz="2500" kern="1200"/>
        </a:p>
      </dsp:txBody>
      <dsp:txXfrm>
        <a:off x="3790" y="655784"/>
        <a:ext cx="2052350" cy="1231410"/>
      </dsp:txXfrm>
    </dsp:sp>
    <dsp:sp modelId="{92C3D819-E1EF-4709-92E9-7C47AB1C4753}">
      <dsp:nvSpPr>
        <dsp:cNvPr id="0" name=""/>
        <dsp:cNvSpPr/>
      </dsp:nvSpPr>
      <dsp:spPr>
        <a:xfrm>
          <a:off x="2261376" y="655784"/>
          <a:ext cx="2052350" cy="1231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Audio extraction</a:t>
          </a:r>
          <a:endParaRPr lang="en-US" sz="2500" kern="1200"/>
        </a:p>
      </dsp:txBody>
      <dsp:txXfrm>
        <a:off x="2261376" y="655784"/>
        <a:ext cx="2052350" cy="1231410"/>
      </dsp:txXfrm>
    </dsp:sp>
    <dsp:sp modelId="{EDEEC8F5-A111-4F36-BD21-426E617A6A1F}">
      <dsp:nvSpPr>
        <dsp:cNvPr id="0" name=""/>
        <dsp:cNvSpPr/>
      </dsp:nvSpPr>
      <dsp:spPr>
        <a:xfrm>
          <a:off x="4518961" y="655784"/>
          <a:ext cx="2052350" cy="1231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Voice Activity Detection</a:t>
          </a:r>
          <a:endParaRPr lang="en-US" sz="2500" kern="1200"/>
        </a:p>
      </dsp:txBody>
      <dsp:txXfrm>
        <a:off x="4518961" y="655784"/>
        <a:ext cx="2052350" cy="1231410"/>
      </dsp:txXfrm>
    </dsp:sp>
    <dsp:sp modelId="{133D2CD8-33DF-413B-8CB0-06B82BC4B42C}">
      <dsp:nvSpPr>
        <dsp:cNvPr id="0" name=""/>
        <dsp:cNvSpPr/>
      </dsp:nvSpPr>
      <dsp:spPr>
        <a:xfrm>
          <a:off x="6776547" y="655784"/>
          <a:ext cx="2052350" cy="1231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Speech-to-Text with speakers</a:t>
          </a:r>
          <a:endParaRPr lang="en-US" sz="2500" kern="1200"/>
        </a:p>
      </dsp:txBody>
      <dsp:txXfrm>
        <a:off x="6776547" y="655784"/>
        <a:ext cx="2052350" cy="1231410"/>
      </dsp:txXfrm>
    </dsp:sp>
    <dsp:sp modelId="{880B4633-CFCA-4B99-B804-9E592BF16A23}">
      <dsp:nvSpPr>
        <dsp:cNvPr id="0" name=""/>
        <dsp:cNvSpPr/>
      </dsp:nvSpPr>
      <dsp:spPr>
        <a:xfrm>
          <a:off x="9034132" y="655784"/>
          <a:ext cx="2052350" cy="1231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Text alignment</a:t>
          </a:r>
          <a:endParaRPr lang="en-US" sz="2500" kern="1200"/>
        </a:p>
      </dsp:txBody>
      <dsp:txXfrm>
        <a:off x="9034132" y="655784"/>
        <a:ext cx="2052350" cy="1231410"/>
      </dsp:txXfrm>
    </dsp:sp>
    <dsp:sp modelId="{79F9B5B8-89AF-49EC-A3DA-EB5E27EBE080}">
      <dsp:nvSpPr>
        <dsp:cNvPr id="0" name=""/>
        <dsp:cNvSpPr/>
      </dsp:nvSpPr>
      <dsp:spPr>
        <a:xfrm>
          <a:off x="1132583" y="2092430"/>
          <a:ext cx="2052350" cy="1231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Translation</a:t>
          </a:r>
          <a:endParaRPr lang="en-US" sz="2500" kern="1200"/>
        </a:p>
      </dsp:txBody>
      <dsp:txXfrm>
        <a:off x="1132583" y="2092430"/>
        <a:ext cx="2052350" cy="1231410"/>
      </dsp:txXfrm>
    </dsp:sp>
    <dsp:sp modelId="{F64CD76B-1CF1-4438-AFC8-6CC5600BD297}">
      <dsp:nvSpPr>
        <dsp:cNvPr id="0" name=""/>
        <dsp:cNvSpPr/>
      </dsp:nvSpPr>
      <dsp:spPr>
        <a:xfrm>
          <a:off x="3390168" y="2092430"/>
          <a:ext cx="2052350" cy="1231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Text-to-Speech</a:t>
          </a:r>
          <a:endParaRPr lang="en-US" sz="2500" kern="1200"/>
        </a:p>
      </dsp:txBody>
      <dsp:txXfrm>
        <a:off x="3390168" y="2092430"/>
        <a:ext cx="2052350" cy="1231410"/>
      </dsp:txXfrm>
    </dsp:sp>
    <dsp:sp modelId="{731D76AE-BB2E-4294-88E6-F78FFC300005}">
      <dsp:nvSpPr>
        <dsp:cNvPr id="0" name=""/>
        <dsp:cNvSpPr/>
      </dsp:nvSpPr>
      <dsp:spPr>
        <a:xfrm>
          <a:off x="5647754" y="2092430"/>
          <a:ext cx="2052350" cy="1231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Audio merge</a:t>
          </a:r>
          <a:endParaRPr lang="en-US" sz="2500" kern="1200"/>
        </a:p>
      </dsp:txBody>
      <dsp:txXfrm>
        <a:off x="5647754" y="2092430"/>
        <a:ext cx="2052350" cy="1231410"/>
      </dsp:txXfrm>
    </dsp:sp>
    <dsp:sp modelId="{CA96F33A-C791-4A0B-A2F5-5E8D7BEC5E8E}">
      <dsp:nvSpPr>
        <dsp:cNvPr id="0" name=""/>
        <dsp:cNvSpPr/>
      </dsp:nvSpPr>
      <dsp:spPr>
        <a:xfrm>
          <a:off x="7905340" y="2092430"/>
          <a:ext cx="2052350" cy="1231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Video rendering</a:t>
          </a:r>
          <a:endParaRPr lang="en-US" sz="2500" kern="1200"/>
        </a:p>
      </dsp:txBody>
      <dsp:txXfrm>
        <a:off x="7905340" y="2092430"/>
        <a:ext cx="2052350" cy="12314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F5A9A-19E5-46FD-B9BD-C50E7A87F56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ED79D-DFC3-4B4F-AF0A-AFABB0BA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507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ED79D-DFC3-4B4F-AF0A-AFABB0BA2F2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110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Friday, April 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0827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1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883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65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0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99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15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4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Friday, April 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Friday, April 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59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B91BF-9B8F-4657-555F-AB9C6E6C4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481115"/>
          </a:xfrm>
        </p:spPr>
        <p:txBody>
          <a:bodyPr anchor="b">
            <a:normAutofit/>
          </a:bodyPr>
          <a:lstStyle/>
          <a:p>
            <a:r>
              <a:rPr lang="en-IN" dirty="0" err="1"/>
              <a:t>DubSmart</a:t>
            </a:r>
            <a:r>
              <a:rPr lang="en-IN" dirty="0"/>
              <a:t>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6325D-EBB5-FBB2-8758-DD8C0B3BB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471" y="3136491"/>
            <a:ext cx="6449961" cy="2956336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AI-Based Intelligent Audio &amp; Video Dubbing System</a:t>
            </a:r>
          </a:p>
          <a:p>
            <a:br>
              <a:rPr lang="en-IN" dirty="0"/>
            </a:br>
            <a:r>
              <a:rPr lang="en-IN" dirty="0"/>
              <a:t>Hackathon Project – </a:t>
            </a:r>
            <a:r>
              <a:rPr lang="en-IN" dirty="0" err="1"/>
              <a:t>Awetales</a:t>
            </a:r>
            <a:endParaRPr lang="en-IN" dirty="0"/>
          </a:p>
          <a:p>
            <a:endParaRPr lang="en-IN" dirty="0"/>
          </a:p>
          <a:p>
            <a:pPr algn="r"/>
            <a:r>
              <a:rPr lang="en-IN" dirty="0" err="1">
                <a:solidFill>
                  <a:schemeClr val="tx1">
                    <a:alpha val="60000"/>
                  </a:schemeClr>
                </a:solidFill>
              </a:rPr>
              <a:t>UmaBhavisha</a:t>
            </a:r>
            <a:r>
              <a:rPr lang="en-IN" dirty="0">
                <a:solidFill>
                  <a:schemeClr val="tx1">
                    <a:alpha val="60000"/>
                  </a:schemeClr>
                </a:solidFill>
              </a:rPr>
              <a:t> . P</a:t>
            </a:r>
          </a:p>
          <a:p>
            <a:pPr algn="r"/>
            <a:r>
              <a:rPr lang="en-IN" dirty="0" err="1">
                <a:solidFill>
                  <a:schemeClr val="tx1">
                    <a:alpha val="60000"/>
                  </a:schemeClr>
                </a:solidFill>
              </a:rPr>
              <a:t>Nithesha</a:t>
            </a:r>
            <a:r>
              <a:rPr lang="en-IN" dirty="0">
                <a:solidFill>
                  <a:schemeClr val="tx1">
                    <a:alpha val="60000"/>
                  </a:schemeClr>
                </a:solidFill>
              </a:rPr>
              <a:t> . B</a:t>
            </a:r>
          </a:p>
          <a:p>
            <a:pPr algn="r"/>
            <a:r>
              <a:rPr lang="en-IN" dirty="0">
                <a:solidFill>
                  <a:schemeClr val="tx1">
                    <a:alpha val="60000"/>
                  </a:schemeClr>
                </a:solidFill>
              </a:rPr>
              <a:t>Janusha . N</a:t>
            </a:r>
          </a:p>
        </p:txBody>
      </p:sp>
      <p:pic>
        <p:nvPicPr>
          <p:cNvPr id="1026" name="Picture 2" descr="Why AI Dubbing is the Future of Video ...">
            <a:extLst>
              <a:ext uri="{FF2B5EF4-FFF2-40B4-BE49-F238E27FC236}">
                <a16:creationId xmlns:a16="http://schemas.microsoft.com/office/drawing/2014/main" id="{83EDE4F9-AB49-6B51-217A-2A19507CF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1" r="25291" b="2"/>
          <a:stretch>
            <a:fillRect/>
          </a:stretch>
        </p:blipFill>
        <p:spPr bwMode="auto">
          <a:xfrm>
            <a:off x="6508749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73840CF4-F848-4FE0-AEA6-C9E806911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20950" y="549275"/>
            <a:ext cx="667802" cy="631474"/>
            <a:chOff x="10478914" y="1506691"/>
            <a:chExt cx="667802" cy="631474"/>
          </a:xfrm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F4B46153-41DB-494F-9B08-EBCCF2728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7B6D42DA-2D84-4A50-A359-7A5C651B1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37" name="Oval 1036">
            <a:extLst>
              <a:ext uri="{FF2B5EF4-FFF2-40B4-BE49-F238E27FC236}">
                <a16:creationId xmlns:a16="http://schemas.microsoft.com/office/drawing/2014/main" id="{94459D96-B947-4C7F-8BCA-915F8B07C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2954" y="5171203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0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DB0BA-16C7-2EEB-07DE-57A39E41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683" y="703197"/>
            <a:ext cx="8281987" cy="1333057"/>
          </a:xfrm>
        </p:spPr>
        <p:txBody>
          <a:bodyPr wrap="square" anchor="t">
            <a:normAutofit/>
          </a:bodyPr>
          <a:lstStyle/>
          <a:p>
            <a:r>
              <a:rPr lang="en-IN" sz="6000" dirty="0"/>
              <a:t>Problem Statement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D438371-A37F-43CB-8166-3E9115593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274870" y="-114297"/>
            <a:ext cx="1853969" cy="926985"/>
          </a:xfrm>
          <a:custGeom>
            <a:avLst/>
            <a:gdLst>
              <a:gd name="connsiteX0" fmla="*/ 958943 w 1853969"/>
              <a:gd name="connsiteY0" fmla="*/ 1614 h 926985"/>
              <a:gd name="connsiteX1" fmla="*/ 1852355 w 1853969"/>
              <a:gd name="connsiteY1" fmla="*/ 895026 h 926985"/>
              <a:gd name="connsiteX2" fmla="*/ 1853969 w 1853969"/>
              <a:gd name="connsiteY2" fmla="*/ 926985 h 926985"/>
              <a:gd name="connsiteX3" fmla="*/ 1390476 w 1853969"/>
              <a:gd name="connsiteY3" fmla="*/ 926985 h 926985"/>
              <a:gd name="connsiteX4" fmla="*/ 926984 w 1853969"/>
              <a:gd name="connsiteY4" fmla="*/ 463493 h 926985"/>
              <a:gd name="connsiteX5" fmla="*/ 463493 w 1853969"/>
              <a:gd name="connsiteY5" fmla="*/ 926985 h 926985"/>
              <a:gd name="connsiteX6" fmla="*/ 0 w 1853969"/>
              <a:gd name="connsiteY6" fmla="*/ 926985 h 926985"/>
              <a:gd name="connsiteX7" fmla="*/ 926985 w 1853969"/>
              <a:gd name="connsiteY7" fmla="*/ 0 h 926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53969" h="926985">
                <a:moveTo>
                  <a:pt x="958943" y="1614"/>
                </a:moveTo>
                <a:lnTo>
                  <a:pt x="1852355" y="895026"/>
                </a:lnTo>
                <a:lnTo>
                  <a:pt x="1853969" y="926985"/>
                </a:lnTo>
                <a:lnTo>
                  <a:pt x="1390476" y="926985"/>
                </a:lnTo>
                <a:cubicBezTo>
                  <a:pt x="1390476" y="671005"/>
                  <a:pt x="1182964" y="463493"/>
                  <a:pt x="926984" y="463493"/>
                </a:cubicBezTo>
                <a:cubicBezTo>
                  <a:pt x="671005" y="463493"/>
                  <a:pt x="463493" y="671005"/>
                  <a:pt x="463493" y="926985"/>
                </a:cubicBezTo>
                <a:lnTo>
                  <a:pt x="0" y="926985"/>
                </a:lnTo>
                <a:cubicBezTo>
                  <a:pt x="0" y="415026"/>
                  <a:pt x="415025" y="0"/>
                  <a:pt x="92698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innerShdw blurRad="254000" dist="50800" dir="5400000">
              <a:schemeClr val="accent1">
                <a:lumMod val="40000"/>
                <a:lumOff val="6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AE18936-8FC4-4357-B2D0-AEEAFF4D7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68027" y="-45404"/>
            <a:ext cx="107098" cy="466589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CF94A42-720D-4B81-8D24-E4A974DE0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87001" y="935623"/>
            <a:ext cx="107098" cy="466589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15EB72A-E1B0-4CE0-BB0D-BEFCDF8EF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315857" y="-131277"/>
            <a:ext cx="1853969" cy="1042921"/>
          </a:xfrm>
          <a:custGeom>
            <a:avLst/>
            <a:gdLst>
              <a:gd name="connsiteX0" fmla="*/ 959154 w 1853969"/>
              <a:gd name="connsiteY0" fmla="*/ 1828 h 1042921"/>
              <a:gd name="connsiteX1" fmla="*/ 1842210 w 1853969"/>
              <a:gd name="connsiteY1" fmla="*/ 884883 h 1042921"/>
              <a:gd name="connsiteX2" fmla="*/ 1849183 w 1853969"/>
              <a:gd name="connsiteY2" fmla="*/ 936288 h 1042921"/>
              <a:gd name="connsiteX3" fmla="*/ 1853969 w 1853969"/>
              <a:gd name="connsiteY3" fmla="*/ 1042921 h 1042921"/>
              <a:gd name="connsiteX4" fmla="*/ 1390476 w 1853969"/>
              <a:gd name="connsiteY4" fmla="*/ 1042921 h 1042921"/>
              <a:gd name="connsiteX5" fmla="*/ 926984 w 1853969"/>
              <a:gd name="connsiteY5" fmla="*/ 521461 h 1042921"/>
              <a:gd name="connsiteX6" fmla="*/ 463493 w 1853969"/>
              <a:gd name="connsiteY6" fmla="*/ 1042921 h 1042921"/>
              <a:gd name="connsiteX7" fmla="*/ 0 w 1853969"/>
              <a:gd name="connsiteY7" fmla="*/ 1042921 h 1042921"/>
              <a:gd name="connsiteX8" fmla="*/ 926985 w 1853969"/>
              <a:gd name="connsiteY8" fmla="*/ 0 h 104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53969" h="1042921">
                <a:moveTo>
                  <a:pt x="959154" y="1828"/>
                </a:moveTo>
                <a:lnTo>
                  <a:pt x="1842210" y="884883"/>
                </a:lnTo>
                <a:lnTo>
                  <a:pt x="1849183" y="936288"/>
                </a:lnTo>
                <a:cubicBezTo>
                  <a:pt x="1852348" y="971348"/>
                  <a:pt x="1853969" y="1006922"/>
                  <a:pt x="1853969" y="1042921"/>
                </a:cubicBezTo>
                <a:lnTo>
                  <a:pt x="1390476" y="1042921"/>
                </a:lnTo>
                <a:cubicBezTo>
                  <a:pt x="1390476" y="754927"/>
                  <a:pt x="1182964" y="521461"/>
                  <a:pt x="926984" y="521461"/>
                </a:cubicBezTo>
                <a:cubicBezTo>
                  <a:pt x="671005" y="521461"/>
                  <a:pt x="463493" y="754927"/>
                  <a:pt x="463493" y="1042921"/>
                </a:cubicBezTo>
                <a:lnTo>
                  <a:pt x="0" y="1042921"/>
                </a:lnTo>
                <a:cubicBezTo>
                  <a:pt x="0" y="466932"/>
                  <a:pt x="415025" y="0"/>
                  <a:pt x="926985" y="0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2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8D9FE19-3EE9-41F7-8054-F2C86DBEB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9908" y="472902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D00B2-C020-F9A0-69F7-A6C8A3611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908" y="2551983"/>
            <a:ext cx="9001702" cy="3040458"/>
          </a:xfrm>
        </p:spPr>
        <p:txBody>
          <a:bodyPr anchor="t">
            <a:noAutofit/>
          </a:bodyPr>
          <a:lstStyle/>
          <a:p>
            <a:r>
              <a:rPr lang="en-US" sz="2500" dirty="0"/>
              <a:t>Video content is growing globally, but language is a major barrier</a:t>
            </a:r>
          </a:p>
          <a:p>
            <a:r>
              <a:rPr lang="en-US" sz="2500" dirty="0"/>
              <a:t>Manual dubbing is slow, expensive, and not scalable</a:t>
            </a:r>
          </a:p>
          <a:p>
            <a:r>
              <a:rPr lang="en-US" sz="2500" dirty="0"/>
              <a:t>Traditional dubbing loses speaker identity, timing, and emotion</a:t>
            </a:r>
          </a:p>
          <a:p>
            <a:r>
              <a:rPr lang="en-US" sz="2500" dirty="0"/>
              <a:t>Need a fully automated, AI-driven, speaker-aware dubbing system</a:t>
            </a:r>
            <a:endParaRPr lang="en-IN" sz="25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7EF0A0-9237-4001-884B-9E0F5ECE4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62595" y="3429000"/>
            <a:ext cx="2679292" cy="2525894"/>
            <a:chOff x="9469123" y="4029759"/>
            <a:chExt cx="2679292" cy="252589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49490B2-2AF9-4660-9B40-248A345D9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9988415" y="4029759"/>
              <a:ext cx="2160000" cy="252589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508000" dist="203200" dir="7320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364A160-6ADA-4260-92B9-9BD8B6681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009123" y="3693413"/>
              <a:ext cx="1080000" cy="2160000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96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42C23-98E1-9F8F-6D1E-F0B976B1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1520825"/>
            <a:ext cx="8281987" cy="1333057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/>
              <a:t>Proposed Solution: </a:t>
            </a:r>
            <a:r>
              <a:rPr lang="en-IN" dirty="0" err="1"/>
              <a:t>DubSmart</a:t>
            </a:r>
            <a:r>
              <a:rPr lang="en-IN" dirty="0"/>
              <a:t> AI</a:t>
            </a:r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C6425F-E8EE-490A-BF3A-601C9A5EF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15959" y="218735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93A507-59A1-4B5A-A52D-933516EEC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373008" y="4919835"/>
            <a:ext cx="1853969" cy="926985"/>
          </a:xfrm>
          <a:custGeom>
            <a:avLst/>
            <a:gdLst>
              <a:gd name="connsiteX0" fmla="*/ 1329373 w 2658746"/>
              <a:gd name="connsiteY0" fmla="*/ 0 h 1329373"/>
              <a:gd name="connsiteX1" fmla="*/ 2658746 w 2658746"/>
              <a:gd name="connsiteY1" fmla="*/ 1329373 h 1329373"/>
              <a:gd name="connsiteX2" fmla="*/ 1994059 w 2658746"/>
              <a:gd name="connsiteY2" fmla="*/ 1329373 h 1329373"/>
              <a:gd name="connsiteX3" fmla="*/ 1329373 w 2658746"/>
              <a:gd name="connsiteY3" fmla="*/ 664687 h 1329373"/>
              <a:gd name="connsiteX4" fmla="*/ 664687 w 2658746"/>
              <a:gd name="connsiteY4" fmla="*/ 1329373 h 1329373"/>
              <a:gd name="connsiteX5" fmla="*/ 0 w 2658746"/>
              <a:gd name="connsiteY5" fmla="*/ 1329373 h 1329373"/>
              <a:gd name="connsiteX6" fmla="*/ 1329373 w 2658746"/>
              <a:gd name="connsiteY6" fmla="*/ 0 h 1329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58746" h="1329373">
                <a:moveTo>
                  <a:pt x="1329373" y="0"/>
                </a:moveTo>
                <a:cubicBezTo>
                  <a:pt x="2063565" y="0"/>
                  <a:pt x="2658746" y="595181"/>
                  <a:pt x="2658746" y="1329373"/>
                </a:cubicBezTo>
                <a:lnTo>
                  <a:pt x="1994059" y="1329373"/>
                </a:lnTo>
                <a:cubicBezTo>
                  <a:pt x="1994059" y="962277"/>
                  <a:pt x="1696469" y="664687"/>
                  <a:pt x="1329373" y="664687"/>
                </a:cubicBezTo>
                <a:cubicBezTo>
                  <a:pt x="962277" y="664687"/>
                  <a:pt x="664687" y="962277"/>
                  <a:pt x="664687" y="1329373"/>
                </a:cubicBezTo>
                <a:lnTo>
                  <a:pt x="0" y="1329373"/>
                </a:lnTo>
                <a:cubicBezTo>
                  <a:pt x="0" y="595181"/>
                  <a:pt x="595181" y="0"/>
                  <a:pt x="132937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innerShdw blurRad="254000" dist="50800" dir="9600000">
              <a:schemeClr val="accent1">
                <a:lumMod val="60000"/>
                <a:lumOff val="4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F1810E-C1C8-44A5-ADCF-24B4EAA1D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476583" y="4760475"/>
            <a:ext cx="1853969" cy="1042921"/>
          </a:xfrm>
          <a:custGeom>
            <a:avLst/>
            <a:gdLst>
              <a:gd name="connsiteX0" fmla="*/ 1329373 w 2658746"/>
              <a:gd name="connsiteY0" fmla="*/ 0 h 1329373"/>
              <a:gd name="connsiteX1" fmla="*/ 2658746 w 2658746"/>
              <a:gd name="connsiteY1" fmla="*/ 1329373 h 1329373"/>
              <a:gd name="connsiteX2" fmla="*/ 1994059 w 2658746"/>
              <a:gd name="connsiteY2" fmla="*/ 1329373 h 1329373"/>
              <a:gd name="connsiteX3" fmla="*/ 1329373 w 2658746"/>
              <a:gd name="connsiteY3" fmla="*/ 664687 h 1329373"/>
              <a:gd name="connsiteX4" fmla="*/ 664687 w 2658746"/>
              <a:gd name="connsiteY4" fmla="*/ 1329373 h 1329373"/>
              <a:gd name="connsiteX5" fmla="*/ 0 w 2658746"/>
              <a:gd name="connsiteY5" fmla="*/ 1329373 h 1329373"/>
              <a:gd name="connsiteX6" fmla="*/ 1329373 w 2658746"/>
              <a:gd name="connsiteY6" fmla="*/ 0 h 1329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58746" h="1329373">
                <a:moveTo>
                  <a:pt x="1329373" y="0"/>
                </a:moveTo>
                <a:cubicBezTo>
                  <a:pt x="2063565" y="0"/>
                  <a:pt x="2658746" y="595181"/>
                  <a:pt x="2658746" y="1329373"/>
                </a:cubicBezTo>
                <a:lnTo>
                  <a:pt x="1994059" y="1329373"/>
                </a:lnTo>
                <a:cubicBezTo>
                  <a:pt x="1994059" y="962277"/>
                  <a:pt x="1696469" y="664687"/>
                  <a:pt x="1329373" y="664687"/>
                </a:cubicBezTo>
                <a:cubicBezTo>
                  <a:pt x="962277" y="664687"/>
                  <a:pt x="664687" y="962277"/>
                  <a:pt x="664687" y="1329373"/>
                </a:cubicBezTo>
                <a:lnTo>
                  <a:pt x="0" y="1329373"/>
                </a:lnTo>
                <a:cubicBezTo>
                  <a:pt x="0" y="595181"/>
                  <a:pt x="595181" y="0"/>
                  <a:pt x="1329373" y="0"/>
                </a:cubicBezTo>
                <a:close/>
              </a:path>
            </a:pathLst>
          </a:custGeom>
          <a:solidFill>
            <a:schemeClr val="bg2">
              <a:lumMod val="75000"/>
              <a:lumOff val="25000"/>
              <a:alpha val="6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180A47-07F3-45CF-91AB-5F26C83AB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1085139" y="4330312"/>
            <a:ext cx="107098" cy="466589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2540000">
              <a:schemeClr val="accent1">
                <a:lumMod val="40000"/>
                <a:lumOff val="6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A7405C2-5931-4635-A369-516BE02E3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2066166" y="5311337"/>
            <a:ext cx="107098" cy="466589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2540000">
              <a:schemeClr val="accent1">
                <a:lumMod val="40000"/>
                <a:lumOff val="6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30EA-5FAF-E49D-C3C7-AFDA8FF83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7566" y="3052367"/>
            <a:ext cx="7326948" cy="3040458"/>
          </a:xfrm>
        </p:spPr>
        <p:txBody>
          <a:bodyPr anchor="t">
            <a:normAutofit/>
          </a:bodyPr>
          <a:lstStyle/>
          <a:p>
            <a:r>
              <a:rPr lang="en-US" dirty="0"/>
              <a:t>End-to-end AI-based audio &amp; video dubbing platform</a:t>
            </a:r>
            <a:br>
              <a:rPr lang="en-US" dirty="0"/>
            </a:br>
            <a:r>
              <a:rPr lang="en-US" dirty="0"/>
              <a:t>• Converts source language video to target language automatically</a:t>
            </a:r>
            <a:br>
              <a:rPr lang="en-US" dirty="0"/>
            </a:br>
            <a:r>
              <a:rPr lang="en-US" dirty="0"/>
              <a:t>• Preserves speaker identity, speech timing, and naturalness</a:t>
            </a:r>
            <a:br>
              <a:rPr lang="en-US" dirty="0"/>
            </a:br>
            <a:r>
              <a:rPr lang="en-US" dirty="0"/>
              <a:t>• Provides live progress updates to users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60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1010B-80B4-8BCC-6D81-883CE9C2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7308850" cy="986400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System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392DC7-0988-443B-A0D0-E726C7DB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5"/>
            <a:ext cx="12192000" cy="4774564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B5D1D7D-2FA5-3279-BF3C-A074D1CE9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428905"/>
              </p:ext>
            </p:extLst>
          </p:nvPr>
        </p:nvGraphicFramePr>
        <p:xfrm>
          <a:off x="550863" y="2624135"/>
          <a:ext cx="11090276" cy="3468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1657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1B569-367B-2F2D-7740-9AA8A6B7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684" y="549275"/>
            <a:ext cx="8798778" cy="1332000"/>
          </a:xfrm>
        </p:spPr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584DB-F7D4-C89D-AE7E-44381340C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413" y="2113199"/>
            <a:ext cx="9892724" cy="397962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Frontend</a:t>
            </a:r>
            <a:r>
              <a:rPr lang="en-IN" dirty="0"/>
              <a:t>: HTML, CSS, JavaScript</a:t>
            </a:r>
            <a:br>
              <a:rPr lang="en-IN" dirty="0"/>
            </a:br>
            <a:r>
              <a:rPr lang="en-IN" b="1" dirty="0"/>
              <a:t>Backend</a:t>
            </a:r>
            <a:r>
              <a:rPr lang="en-IN" dirty="0"/>
              <a:t>: Django</a:t>
            </a:r>
            <a:br>
              <a:rPr lang="en-IN" dirty="0"/>
            </a:br>
            <a:r>
              <a:rPr lang="en-IN" b="1" dirty="0"/>
              <a:t>AI/ML</a:t>
            </a:r>
            <a:r>
              <a:rPr lang="en-IN" dirty="0"/>
              <a:t>: </a:t>
            </a:r>
            <a:r>
              <a:rPr lang="en-IN" dirty="0" err="1"/>
              <a:t>Silero</a:t>
            </a:r>
            <a:r>
              <a:rPr lang="en-IN" dirty="0"/>
              <a:t> VAD, </a:t>
            </a:r>
            <a:r>
              <a:rPr lang="en-IN" dirty="0" err="1"/>
              <a:t>AssemblyAI</a:t>
            </a:r>
            <a:r>
              <a:rPr lang="en-IN" dirty="0"/>
              <a:t>, Google Translator, </a:t>
            </a:r>
            <a:r>
              <a:rPr lang="en-IN" dirty="0" err="1"/>
              <a:t>gTTS</a:t>
            </a:r>
            <a:br>
              <a:rPr lang="en-IN" dirty="0"/>
            </a:br>
            <a:r>
              <a:rPr lang="en-IN" b="1" dirty="0"/>
              <a:t>Media Processing</a:t>
            </a:r>
            <a:r>
              <a:rPr lang="en-IN" dirty="0"/>
              <a:t>: </a:t>
            </a:r>
            <a:r>
              <a:rPr lang="en-IN" dirty="0" err="1"/>
              <a:t>FFmpeg</a:t>
            </a:r>
            <a:r>
              <a:rPr lang="en-IN" dirty="0"/>
              <a:t>, </a:t>
            </a:r>
            <a:r>
              <a:rPr lang="en-IN" dirty="0" err="1"/>
              <a:t>MoviePy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117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1C772-8095-EBB4-F58E-DF5B9686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End-to-End Pipeline Flow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EAE29231-FB11-BBB3-7998-B5BDEDFE33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0863" y="2113199"/>
          <a:ext cx="11090274" cy="3979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7118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340C-CA81-8DAD-ECAE-35F6BC92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4.1: Input Video Validation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98E7C-294C-3B7F-0F75-0C7989B96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User uploads video file</a:t>
            </a:r>
            <a:br>
              <a:rPr lang="en-US" dirty="0"/>
            </a:br>
            <a:r>
              <a:rPr lang="en-US" dirty="0"/>
              <a:t>• Format &amp; duration validation</a:t>
            </a:r>
            <a:br>
              <a:rPr lang="en-US" dirty="0"/>
            </a:br>
            <a:r>
              <a:rPr lang="en-US" dirty="0"/>
              <a:t>• Error handling for invalid inputs</a:t>
            </a:r>
            <a:br>
              <a:rPr lang="en-US" dirty="0"/>
            </a:br>
            <a:r>
              <a:rPr lang="en-US" b="1" dirty="0"/>
              <a:t>Output:</a:t>
            </a:r>
            <a:r>
              <a:rPr lang="en-US" dirty="0"/>
              <a:t> Verified video ready for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623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1E49-F441-AA3F-6891-F858EEC92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4.2: Audio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C23CF-664F-F798-12E4-090EFCCD1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Module</a:t>
            </a:r>
            <a:r>
              <a:rPr lang="en-IN" dirty="0"/>
              <a:t>: audio_extraction.py</a:t>
            </a:r>
            <a:br>
              <a:rPr lang="en-IN" dirty="0"/>
            </a:br>
            <a:r>
              <a:rPr lang="en-IN" dirty="0"/>
              <a:t>• Uses </a:t>
            </a:r>
            <a:r>
              <a:rPr lang="en-IN" dirty="0" err="1"/>
              <a:t>MoviePy</a:t>
            </a:r>
            <a:br>
              <a:rPr lang="en-IN" dirty="0"/>
            </a:br>
            <a:r>
              <a:rPr lang="en-IN" dirty="0"/>
              <a:t>• Extracts 16kHz mono WAV audio</a:t>
            </a:r>
          </a:p>
          <a:p>
            <a:r>
              <a:rPr lang="en-IN" b="1" dirty="0"/>
              <a:t>Output</a:t>
            </a:r>
            <a:r>
              <a:rPr lang="en-IN" dirty="0"/>
              <a:t>: extracted_audio.wav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686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BC0B-27E5-07B4-869F-4CA025E1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4.3: Voice Activity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C1FA-15CD-B968-5F1E-236DB89D6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Module</a:t>
            </a:r>
            <a:r>
              <a:rPr lang="en-US" dirty="0"/>
              <a:t>: vad.py</a:t>
            </a:r>
            <a:br>
              <a:rPr lang="en-US" dirty="0"/>
            </a:br>
            <a:r>
              <a:rPr lang="en-US" dirty="0"/>
              <a:t>• Uses </a:t>
            </a:r>
            <a:r>
              <a:rPr lang="en-US" dirty="0" err="1"/>
              <a:t>Silero</a:t>
            </a:r>
            <a:r>
              <a:rPr lang="en-US" dirty="0"/>
              <a:t> VAD</a:t>
            </a:r>
            <a:br>
              <a:rPr lang="en-US" dirty="0"/>
            </a:br>
            <a:r>
              <a:rPr lang="en-US" dirty="0"/>
              <a:t>• Removes silence and noise</a:t>
            </a:r>
          </a:p>
          <a:p>
            <a:r>
              <a:rPr lang="en-US" b="1" dirty="0"/>
              <a:t>Output</a:t>
            </a:r>
            <a:r>
              <a:rPr lang="en-US" dirty="0"/>
              <a:t>: clean_audio.wav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7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1BF4-013B-D429-E094-E3A0E3737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4.4: Speech-to-Text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E725B-89AD-EB13-AECB-E509307D0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Module</a:t>
            </a:r>
            <a:r>
              <a:rPr lang="en-US" dirty="0"/>
              <a:t>: stt.py</a:t>
            </a:r>
            <a:br>
              <a:rPr lang="en-US" dirty="0"/>
            </a:br>
            <a:r>
              <a:rPr lang="en-US" dirty="0"/>
              <a:t>• Uses </a:t>
            </a:r>
            <a:r>
              <a:rPr lang="en-US" dirty="0" err="1"/>
              <a:t>AssemblyAI</a:t>
            </a:r>
            <a:br>
              <a:rPr lang="en-US" dirty="0"/>
            </a:br>
            <a:r>
              <a:rPr lang="en-US" dirty="0"/>
              <a:t>• Speaker </a:t>
            </a:r>
            <a:r>
              <a:rPr lang="en-US" dirty="0" err="1"/>
              <a:t>diarization</a:t>
            </a:r>
            <a:r>
              <a:rPr lang="en-US" dirty="0"/>
              <a:t> enabled</a:t>
            </a:r>
          </a:p>
          <a:p>
            <a:r>
              <a:rPr lang="en-US" b="1" dirty="0"/>
              <a:t>Output</a:t>
            </a:r>
            <a:r>
              <a:rPr lang="en-US" dirty="0"/>
              <a:t>: Speaker-labeled transcripts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062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C814-CEF4-86AF-8E34-B8DCA602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4.5: Speaker-Aware Transcription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E2897-0F37-47C5-8A48-3AEB8E85F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Identifies multiple speakers</a:t>
            </a:r>
          </a:p>
          <a:p>
            <a:r>
              <a:rPr lang="en-IN" dirty="0"/>
              <a:t>Maintains timestamps </a:t>
            </a:r>
          </a:p>
          <a:p>
            <a:r>
              <a:rPr lang="en-IN" dirty="0"/>
              <a:t>Enables accurate dubbing 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632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D75F-590A-0FED-E8FF-2E552C6C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4.6: Text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3561D-90D7-9CD2-89EC-5FFA749BB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Module</a:t>
            </a:r>
            <a:r>
              <a:rPr lang="en-IN" dirty="0"/>
              <a:t>: alignment.py</a:t>
            </a:r>
            <a:br>
              <a:rPr lang="en-IN" dirty="0"/>
            </a:br>
            <a:r>
              <a:rPr lang="en-IN" dirty="0"/>
              <a:t>• Segments text logically</a:t>
            </a:r>
            <a:br>
              <a:rPr lang="en-IN" dirty="0"/>
            </a:br>
            <a:r>
              <a:rPr lang="en-IN" dirty="0"/>
              <a:t>• Preserves dialogue sequence</a:t>
            </a:r>
          </a:p>
        </p:txBody>
      </p:sp>
    </p:spTree>
    <p:extLst>
      <p:ext uri="{BB962C8B-B14F-4D97-AF65-F5344CB8AC3E}">
        <p14:creationId xmlns:p14="http://schemas.microsoft.com/office/powerpoint/2010/main" val="2134178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B358-2965-8603-2174-5B82DB2E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4.7: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0E22B-5670-2840-1B7D-66D53B642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Module</a:t>
            </a:r>
            <a:r>
              <a:rPr lang="en-US" dirty="0"/>
              <a:t>: translation.py</a:t>
            </a:r>
            <a:br>
              <a:rPr lang="en-US" dirty="0"/>
            </a:br>
            <a:r>
              <a:rPr lang="en-US" dirty="0"/>
              <a:t>• Uses Google Translator</a:t>
            </a:r>
            <a:br>
              <a:rPr lang="en-US" dirty="0"/>
            </a:br>
            <a:r>
              <a:rPr lang="en-US" dirty="0"/>
              <a:t>• Hindi → Telugu conversion</a:t>
            </a:r>
          </a:p>
          <a:p>
            <a:pPr marL="0" indent="0">
              <a:buNone/>
            </a:pPr>
            <a:r>
              <a:rPr lang="en-US" dirty="0"/>
              <a:t>The focus is on meaning, not word-by-word translation.”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482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4467F-F8FD-110C-DE87-DFFB231F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4.8: Text-to-Speech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F538-D86F-28A0-5B4B-77DD3B3E4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Module</a:t>
            </a:r>
            <a:r>
              <a:rPr lang="en-US" dirty="0"/>
              <a:t>: tts.py</a:t>
            </a:r>
            <a:br>
              <a:rPr lang="en-US" dirty="0"/>
            </a:br>
            <a:r>
              <a:rPr lang="en-US" dirty="0"/>
              <a:t>• Uses </a:t>
            </a:r>
            <a:r>
              <a:rPr lang="en-US" dirty="0" err="1"/>
              <a:t>gTTS</a:t>
            </a:r>
            <a:r>
              <a:rPr lang="en-US" dirty="0"/>
              <a:t> + </a:t>
            </a:r>
            <a:r>
              <a:rPr lang="en-US" dirty="0" err="1"/>
              <a:t>FFmpeg</a:t>
            </a:r>
            <a:br>
              <a:rPr lang="en-US" dirty="0"/>
            </a:br>
            <a:r>
              <a:rPr lang="en-US" dirty="0"/>
              <a:t>• Converts translated text to speech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577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6E13-2F1D-5D30-0117-ADB3BC0E3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4.9: Audio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D30B8-B7D0-46BC-EAC6-88FAD0F8C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Concatenates all speech segments</a:t>
            </a:r>
            <a:br>
              <a:rPr lang="en-US" dirty="0"/>
            </a:br>
            <a:r>
              <a:rPr lang="en-US" dirty="0"/>
              <a:t>• Produces single final audio track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6881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D749-4B30-D6A1-2732-A9384B563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4.10: Video + Audio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CA9D8-716C-19ED-2BD1-015C30387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Module</a:t>
            </a:r>
            <a:r>
              <a:rPr lang="en-US" dirty="0"/>
              <a:t>: video_utils.py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FFmpeg</a:t>
            </a:r>
            <a:r>
              <a:rPr lang="en-US" dirty="0"/>
              <a:t>-based merging</a:t>
            </a:r>
            <a:br>
              <a:rPr lang="en-US" dirty="0"/>
            </a:br>
            <a:r>
              <a:rPr lang="en-US" dirty="0"/>
              <a:t>• Preserves original video quality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456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6BDB-B066-702D-2A67-D7691761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 Web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935C-0C0F-D014-79AD-60AEA4DAF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Real-time logs</a:t>
            </a:r>
            <a:br>
              <a:rPr lang="en-US" dirty="0"/>
            </a:br>
            <a:r>
              <a:rPr lang="en-US" dirty="0"/>
              <a:t>• Speaker transcription display</a:t>
            </a:r>
            <a:br>
              <a:rPr lang="en-US" dirty="0"/>
            </a:br>
            <a:r>
              <a:rPr lang="en-US" dirty="0"/>
              <a:t>• Side-by-side video comparison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286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5A46-7F6C-9891-FAF7-B80E234F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Innovations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101D0-4FD3-9B8E-C37C-EDBDA2412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Speaker-aware dubbing</a:t>
            </a:r>
          </a:p>
          <a:p>
            <a:r>
              <a:rPr lang="en-US" dirty="0"/>
              <a:t>Fully automated pipeline</a:t>
            </a:r>
          </a:p>
          <a:p>
            <a:r>
              <a:rPr lang="en-US" dirty="0"/>
              <a:t>Real-time UI feedback</a:t>
            </a:r>
          </a:p>
          <a:p>
            <a:r>
              <a:rPr lang="en-US" dirty="0"/>
              <a:t>Modular and scalable design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948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AC8D-7C3B-5E15-4E09-7B37F0FD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EF230-C28B-5FC6-8F2B-4577B9C3F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VAD parameter tuning</a:t>
            </a:r>
            <a:br>
              <a:rPr lang="en-US" dirty="0"/>
            </a:br>
            <a:r>
              <a:rPr lang="en-US" dirty="0"/>
              <a:t>• Speaker consistency</a:t>
            </a:r>
            <a:br>
              <a:rPr lang="en-US" dirty="0"/>
            </a:br>
            <a:r>
              <a:rPr lang="en-US" dirty="0"/>
              <a:t>• Emotion preservation</a:t>
            </a:r>
            <a:br>
              <a:rPr lang="en-US" dirty="0"/>
            </a:br>
            <a:r>
              <a:rPr lang="en-US" dirty="0"/>
              <a:t>• Timing synchronization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70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DB9AC9A-C1ED-4713-9A6E-D5EBBB401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8FB37B-1180-C51D-CCA0-E42A1D3A5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738" y="549275"/>
            <a:ext cx="7343775" cy="38645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sz="9600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55E67-F0A8-456E-96D9-7F78B64C5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0738" y="4932062"/>
            <a:ext cx="8280400" cy="1376663"/>
          </a:xfrm>
        </p:spPr>
        <p:txBody>
          <a:bodyPr vert="horz" wrap="square" lIns="0" tIns="0" rIns="0" bIns="0" rtlCol="0">
            <a:norm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CFAB40-DA7C-4B6C-AD10-4EC44B54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796" y="46546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296DCF-CBB7-4351-9E7E-623649419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594206" y="2826355"/>
            <a:ext cx="3366189" cy="1853969"/>
          </a:xfrm>
          <a:custGeom>
            <a:avLst/>
            <a:gdLst>
              <a:gd name="connsiteX0" fmla="*/ 201268 w 3366189"/>
              <a:gd name="connsiteY0" fmla="*/ 543015 h 1853969"/>
              <a:gd name="connsiteX1" fmla="*/ 1512221 w 3366189"/>
              <a:gd name="connsiteY1" fmla="*/ 0 h 1853969"/>
              <a:gd name="connsiteX2" fmla="*/ 3366189 w 3366189"/>
              <a:gd name="connsiteY2" fmla="*/ 1853969 h 1853969"/>
              <a:gd name="connsiteX3" fmla="*/ 2439204 w 3366189"/>
              <a:gd name="connsiteY3" fmla="*/ 1853969 h 1853969"/>
              <a:gd name="connsiteX4" fmla="*/ 1512221 w 3366189"/>
              <a:gd name="connsiteY4" fmla="*/ 926985 h 1853969"/>
              <a:gd name="connsiteX5" fmla="*/ 743552 w 3366189"/>
              <a:gd name="connsiteY5" fmla="*/ 1335684 h 1853969"/>
              <a:gd name="connsiteX6" fmla="*/ 676116 w 3366189"/>
              <a:gd name="connsiteY6" fmla="*/ 1459924 h 1853969"/>
              <a:gd name="connsiteX7" fmla="*/ 0 w 3366189"/>
              <a:gd name="connsiteY7" fmla="*/ 783808 h 1853969"/>
              <a:gd name="connsiteX8" fmla="*/ 81609 w 3366189"/>
              <a:gd name="connsiteY8" fmla="*/ 674673 h 1853969"/>
              <a:gd name="connsiteX9" fmla="*/ 201268 w 3366189"/>
              <a:gd name="connsiteY9" fmla="*/ 543015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66189" h="1853969">
                <a:moveTo>
                  <a:pt x="201268" y="543015"/>
                </a:moveTo>
                <a:cubicBezTo>
                  <a:pt x="536770" y="207513"/>
                  <a:pt x="1000262" y="0"/>
                  <a:pt x="1512221" y="0"/>
                </a:cubicBezTo>
                <a:cubicBezTo>
                  <a:pt x="2536139" y="0"/>
                  <a:pt x="3366189" y="830051"/>
                  <a:pt x="3366189" y="1853969"/>
                </a:cubicBezTo>
                <a:lnTo>
                  <a:pt x="2439204" y="1853969"/>
                </a:lnTo>
                <a:cubicBezTo>
                  <a:pt x="2439204" y="1342010"/>
                  <a:pt x="2024180" y="926985"/>
                  <a:pt x="1512221" y="926985"/>
                </a:cubicBezTo>
                <a:cubicBezTo>
                  <a:pt x="1192247" y="926985"/>
                  <a:pt x="910138" y="1089104"/>
                  <a:pt x="743552" y="1335684"/>
                </a:cubicBezTo>
                <a:lnTo>
                  <a:pt x="676116" y="1459924"/>
                </a:lnTo>
                <a:lnTo>
                  <a:pt x="0" y="783808"/>
                </a:lnTo>
                <a:lnTo>
                  <a:pt x="81609" y="674673"/>
                </a:lnTo>
                <a:cubicBezTo>
                  <a:pt x="119392" y="628891"/>
                  <a:pt x="159330" y="584953"/>
                  <a:pt x="201268" y="543015"/>
                </a:cubicBezTo>
                <a:close/>
              </a:path>
            </a:pathLst>
          </a:custGeom>
          <a:gradFill flip="none" rotWithShape="1">
            <a:gsLst>
              <a:gs pos="87000">
                <a:schemeClr val="bg2"/>
              </a:gs>
              <a:gs pos="0">
                <a:schemeClr val="bg2">
                  <a:lumMod val="90000"/>
                  <a:lumOff val="10000"/>
                </a:schemeClr>
              </a:gs>
            </a:gsLst>
            <a:lin ang="16200000" scaled="0"/>
            <a:tileRect/>
          </a:gradFill>
          <a:ln>
            <a:noFill/>
          </a:ln>
          <a:effectLst>
            <a:innerShdw blurRad="406400" dist="190500" dir="1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1AE2471-23B2-4B94-A613-E68609916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620971" y="2691401"/>
            <a:ext cx="3326036" cy="2226949"/>
          </a:xfrm>
          <a:custGeom>
            <a:avLst/>
            <a:gdLst>
              <a:gd name="connsiteX0" fmla="*/ 322118 w 3326036"/>
              <a:gd name="connsiteY0" fmla="*/ 508527 h 2226949"/>
              <a:gd name="connsiteX1" fmla="*/ 1501413 w 3326036"/>
              <a:gd name="connsiteY1" fmla="*/ 0 h 2226949"/>
              <a:gd name="connsiteX2" fmla="*/ 3317715 w 3326036"/>
              <a:gd name="connsiteY2" fmla="*/ 1778141 h 2226949"/>
              <a:gd name="connsiteX3" fmla="*/ 3326036 w 3326036"/>
              <a:gd name="connsiteY3" fmla="*/ 1843633 h 2226949"/>
              <a:gd name="connsiteX4" fmla="*/ 2942720 w 3326036"/>
              <a:gd name="connsiteY4" fmla="*/ 2226949 h 2226949"/>
              <a:gd name="connsiteX5" fmla="*/ 2428396 w 3326036"/>
              <a:gd name="connsiteY5" fmla="*/ 2226949 h 2226949"/>
              <a:gd name="connsiteX6" fmla="*/ 1501413 w 3326036"/>
              <a:gd name="connsiteY6" fmla="*/ 1113475 h 2226949"/>
              <a:gd name="connsiteX7" fmla="*/ 732744 w 3326036"/>
              <a:gd name="connsiteY7" fmla="*/ 1604395 h 2226949"/>
              <a:gd name="connsiteX8" fmla="*/ 715116 w 3326036"/>
              <a:gd name="connsiteY8" fmla="*/ 1639249 h 2226949"/>
              <a:gd name="connsiteX9" fmla="*/ 0 w 3326036"/>
              <a:gd name="connsiteY9" fmla="*/ 924133 h 2226949"/>
              <a:gd name="connsiteX10" fmla="*/ 70802 w 3326036"/>
              <a:gd name="connsiteY10" fmla="*/ 810403 h 2226949"/>
              <a:gd name="connsiteX11" fmla="*/ 322118 w 3326036"/>
              <a:gd name="connsiteY11" fmla="*/ 508527 h 222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26036" h="2226949">
                <a:moveTo>
                  <a:pt x="322118" y="508527"/>
                </a:moveTo>
                <a:cubicBezTo>
                  <a:pt x="642593" y="190840"/>
                  <a:pt x="1053449" y="0"/>
                  <a:pt x="1501413" y="0"/>
                </a:cubicBezTo>
                <a:cubicBezTo>
                  <a:pt x="2397341" y="0"/>
                  <a:pt x="3144839" y="763359"/>
                  <a:pt x="3317715" y="1778141"/>
                </a:cubicBezTo>
                <a:lnTo>
                  <a:pt x="3326036" y="1843633"/>
                </a:lnTo>
                <a:lnTo>
                  <a:pt x="2942720" y="2226949"/>
                </a:lnTo>
                <a:lnTo>
                  <a:pt x="2428396" y="2226949"/>
                </a:lnTo>
                <a:cubicBezTo>
                  <a:pt x="2428396" y="1611994"/>
                  <a:pt x="2013372" y="1113475"/>
                  <a:pt x="1501413" y="1113475"/>
                </a:cubicBezTo>
                <a:cubicBezTo>
                  <a:pt x="1181439" y="1113475"/>
                  <a:pt x="899329" y="1308209"/>
                  <a:pt x="732744" y="1604395"/>
                </a:cubicBezTo>
                <a:lnTo>
                  <a:pt x="715116" y="1639249"/>
                </a:lnTo>
                <a:lnTo>
                  <a:pt x="0" y="924133"/>
                </a:lnTo>
                <a:lnTo>
                  <a:pt x="70802" y="810403"/>
                </a:lnTo>
                <a:cubicBezTo>
                  <a:pt x="146367" y="700418"/>
                  <a:pt x="230553" y="599295"/>
                  <a:pt x="322118" y="508527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60000"/>
            </a:schemeClr>
          </a:solidFill>
          <a:ln>
            <a:noFill/>
          </a:ln>
          <a:effectLst>
            <a:softEdge rad="444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B59F4D-13F5-4E73-B3D4-2CFDEC0C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1183572" y="4805365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35430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489</Words>
  <Application>Microsoft Office PowerPoint</Application>
  <PresentationFormat>Widescreen</PresentationFormat>
  <Paragraphs>66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Avenir Next LT Pro</vt:lpstr>
      <vt:lpstr>3DFloatVTI</vt:lpstr>
      <vt:lpstr>DubSmart AI</vt:lpstr>
      <vt:lpstr>Problem Statement</vt:lpstr>
      <vt:lpstr>Proposed Solution: DubSmart AI</vt:lpstr>
      <vt:lpstr>System Overview</vt:lpstr>
      <vt:lpstr>Technology Stack</vt:lpstr>
      <vt:lpstr>End-to-End Pipeline Flow</vt:lpstr>
      <vt:lpstr>Step 4.1: Input Video Validation</vt:lpstr>
      <vt:lpstr>Step 4.2: Audio Extraction</vt:lpstr>
      <vt:lpstr>Step 4.3: Voice Activity Detection</vt:lpstr>
      <vt:lpstr>Step 4.4: Speech-to-Text</vt:lpstr>
      <vt:lpstr>Step 4.5: Speaker-Aware Transcription</vt:lpstr>
      <vt:lpstr>Step 4.6: Text Alignment</vt:lpstr>
      <vt:lpstr>Step 4.7: Translation</vt:lpstr>
      <vt:lpstr>Step 4.8: Text-to-Speech</vt:lpstr>
      <vt:lpstr>Step 4.9: Audio Merging</vt:lpstr>
      <vt:lpstr>Step 4.10: Video + Audio Merge</vt:lpstr>
      <vt:lpstr>Live Web Interface</vt:lpstr>
      <vt:lpstr>Key Innovations</vt:lpstr>
      <vt:lpstr>Challenges Faced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NAMPALLY JANUSHA .</dc:creator>
  <cp:lastModifiedBy>NAMPALLY JANUSHA .</cp:lastModifiedBy>
  <cp:revision>3</cp:revision>
  <dcterms:created xsi:type="dcterms:W3CDTF">2026-02-07T09:01:19Z</dcterms:created>
  <dcterms:modified xsi:type="dcterms:W3CDTF">2026-04-03T12:57:31Z</dcterms:modified>
</cp:coreProperties>
</file>